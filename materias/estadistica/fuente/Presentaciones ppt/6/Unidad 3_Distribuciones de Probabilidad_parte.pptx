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82" r:id="rId3"/>
    <p:sldId id="405" r:id="rId4"/>
    <p:sldId id="394" r:id="rId5"/>
    <p:sldId id="407" r:id="rId6"/>
    <p:sldId id="406" r:id="rId7"/>
    <p:sldId id="408" r:id="rId8"/>
    <p:sldId id="409" r:id="rId9"/>
    <p:sldId id="410" r:id="rId10"/>
    <p:sldId id="403" r:id="rId11"/>
    <p:sldId id="404" r:id="rId12"/>
    <p:sldId id="395" r:id="rId13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E31D93"/>
    <a:srgbClr val="FFD600"/>
    <a:srgbClr val="00B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AE81-47BA-4CA3-AB33-A890BFB3B903}" v="947" dt="2026-02-20T16:02:25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9"/>
    <p:restoredTop sz="93969" autoAdjust="0"/>
  </p:normalViewPr>
  <p:slideViewPr>
    <p:cSldViewPr snapToGrid="0">
      <p:cViewPr varScale="1">
        <p:scale>
          <a:sx n="115" d="100"/>
          <a:sy n="115" d="100"/>
        </p:scale>
        <p:origin x="31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undo custSel addSld delSld modSld">
      <pc:chgData name="Fabian Brenes" userId="0a98a788-2542-4baf-b081-64ee1e965425" providerId="ADAL" clId="{3D44E08D-C675-4D64-922C-0261EF110F0B}" dt="2026-02-20T21:14:24.671" v="1955" actId="20577"/>
      <pc:docMkLst>
        <pc:docMk/>
      </pc:docMkLst>
      <pc:sldChg chg="modSp mod">
        <pc:chgData name="Fabian Brenes" userId="0a98a788-2542-4baf-b081-64ee1e965425" providerId="ADAL" clId="{3D44E08D-C675-4D64-922C-0261EF110F0B}" dt="2026-02-20T21:14:24.671" v="1955" actId="20577"/>
        <pc:sldMkLst>
          <pc:docMk/>
          <pc:sldMk cId="900078694" sldId="382"/>
        </pc:sldMkLst>
        <pc:spChg chg="mod">
          <ac:chgData name="Fabian Brenes" userId="0a98a788-2542-4baf-b081-64ee1e965425" providerId="ADAL" clId="{3D44E08D-C675-4D64-922C-0261EF110F0B}" dt="2026-02-20T21:14:24.671" v="1955" actId="20577"/>
          <ac:spMkLst>
            <pc:docMk/>
            <pc:sldMk cId="900078694" sldId="382"/>
            <ac:spMk id="5" creationId="{6D542AB4-C6E9-CFD1-1545-A52B284137FA}"/>
          </ac:spMkLst>
        </pc:spChg>
      </pc:sldChg>
      <pc:sldChg chg="del">
        <pc:chgData name="Fabian Brenes" userId="0a98a788-2542-4baf-b081-64ee1e965425" providerId="ADAL" clId="{3D44E08D-C675-4D64-922C-0261EF110F0B}" dt="2026-02-20T16:02:29.672" v="1851" actId="47"/>
        <pc:sldMkLst>
          <pc:docMk/>
          <pc:sldMk cId="1049753339" sldId="389"/>
        </pc:sldMkLst>
      </pc:sldChg>
      <pc:sldChg chg="addSp delSp modSp mod modClrScheme chgLayout">
        <pc:chgData name="Fabian Brenes" userId="0a98a788-2542-4baf-b081-64ee1e965425" providerId="ADAL" clId="{3D44E08D-C675-4D64-922C-0261EF110F0B}" dt="2026-02-20T15:04:29.380" v="1050" actId="1076"/>
        <pc:sldMkLst>
          <pc:docMk/>
          <pc:sldMk cId="290524408" sldId="394"/>
        </pc:sldMkLst>
        <pc:spChg chg="mod ord">
          <ac:chgData name="Fabian Brenes" userId="0a98a788-2542-4baf-b081-64ee1e965425" providerId="ADAL" clId="{3D44E08D-C675-4D64-922C-0261EF110F0B}" dt="2026-02-20T15:04:01.063" v="1042" actId="14100"/>
          <ac:spMkLst>
            <pc:docMk/>
            <pc:sldMk cId="290524408" sldId="394"/>
            <ac:spMk id="2" creationId="{4EC5A232-248F-6A96-DBC9-6D1FEC4F3D1E}"/>
          </ac:spMkLst>
        </pc:spChg>
        <pc:spChg chg="add del mod ord">
          <ac:chgData name="Fabian Brenes" userId="0a98a788-2542-4baf-b081-64ee1e965425" providerId="ADAL" clId="{3D44E08D-C675-4D64-922C-0261EF110F0B}" dt="2026-02-20T15:04:07.380" v="1044" actId="478"/>
          <ac:spMkLst>
            <pc:docMk/>
            <pc:sldMk cId="290524408" sldId="394"/>
            <ac:spMk id="3" creationId="{0A6F76E9-6594-9D7B-4360-8F6838F634E4}"/>
          </ac:spMkLst>
        </pc:spChg>
        <pc:spChg chg="mod">
          <ac:chgData name="Fabian Brenes" userId="0a98a788-2542-4baf-b081-64ee1e965425" providerId="ADAL" clId="{3D44E08D-C675-4D64-922C-0261EF110F0B}" dt="2026-02-20T15:04:29.380" v="1050" actId="1076"/>
          <ac:spMkLst>
            <pc:docMk/>
            <pc:sldMk cId="290524408" sldId="394"/>
            <ac:spMk id="4" creationId="{6932688A-EE24-C39A-C6FA-7ADE5289022C}"/>
          </ac:spMkLst>
        </pc:spChg>
        <pc:spChg chg="add del mod ord">
          <ac:chgData name="Fabian Brenes" userId="0a98a788-2542-4baf-b081-64ee1e965425" providerId="ADAL" clId="{3D44E08D-C675-4D64-922C-0261EF110F0B}" dt="2026-02-20T15:03:57.183" v="1041" actId="478"/>
          <ac:spMkLst>
            <pc:docMk/>
            <pc:sldMk cId="290524408" sldId="394"/>
            <ac:spMk id="5" creationId="{6C5D88A3-D633-D360-01F3-4A7A40E37582}"/>
          </ac:spMkLst>
        </pc:spChg>
      </pc:sldChg>
      <pc:sldChg chg="modSp mod">
        <pc:chgData name="Fabian Brenes" userId="0a98a788-2542-4baf-b081-64ee1e965425" providerId="ADAL" clId="{3D44E08D-C675-4D64-922C-0261EF110F0B}" dt="2026-02-20T16:03:30.233" v="1930" actId="20577"/>
        <pc:sldMkLst>
          <pc:docMk/>
          <pc:sldMk cId="4071948610" sldId="404"/>
        </pc:sldMkLst>
        <pc:spChg chg="mod">
          <ac:chgData name="Fabian Brenes" userId="0a98a788-2542-4baf-b081-64ee1e965425" providerId="ADAL" clId="{3D44E08D-C675-4D64-922C-0261EF110F0B}" dt="2026-02-20T16:03:30.233" v="1930" actId="20577"/>
          <ac:spMkLst>
            <pc:docMk/>
            <pc:sldMk cId="4071948610" sldId="404"/>
            <ac:spMk id="7" creationId="{F014DE1C-3862-E2FD-6F16-74E2CECABD2A}"/>
          </ac:spMkLst>
        </pc:spChg>
      </pc:sldChg>
      <pc:sldChg chg="addSp delSp modSp new add del mod modClrScheme chgLayout">
        <pc:chgData name="Fabian Brenes" userId="0a98a788-2542-4baf-b081-64ee1e965425" providerId="ADAL" clId="{3D44E08D-C675-4D64-922C-0261EF110F0B}" dt="2026-02-20T14:32:50.655" v="568"/>
        <pc:sldMkLst>
          <pc:docMk/>
          <pc:sldMk cId="1543104386" sldId="405"/>
        </pc:sldMkLst>
      </pc:sldChg>
      <pc:sldChg chg="modSp add del mod">
        <pc:chgData name="Fabian Brenes" userId="0a98a788-2542-4baf-b081-64ee1e965425" providerId="ADAL" clId="{3D44E08D-C675-4D64-922C-0261EF110F0B}" dt="2026-02-20T14:31:33.460" v="567" actId="2696"/>
        <pc:sldMkLst>
          <pc:docMk/>
          <pc:sldMk cId="13222824" sldId="406"/>
        </pc:sldMkLst>
        <pc:spChg chg="mod">
          <ac:chgData name="Fabian Brenes" userId="0a98a788-2542-4baf-b081-64ee1e965425" providerId="ADAL" clId="{3D44E08D-C675-4D64-922C-0261EF110F0B}" dt="2026-02-20T14:28:53.131" v="563" actId="207"/>
          <ac:spMkLst>
            <pc:docMk/>
            <pc:sldMk cId="13222824" sldId="406"/>
            <ac:spMk id="3" creationId="{B6A71D74-ECC1-1433-B01A-3A94AB43D355}"/>
          </ac:spMkLst>
        </pc:spChg>
      </pc:sldChg>
      <pc:sldChg chg="addSp delSp modSp new mod modClrScheme chgLayout">
        <pc:chgData name="Fabian Brenes" userId="0a98a788-2542-4baf-b081-64ee1e965425" providerId="ADAL" clId="{3D44E08D-C675-4D64-922C-0261EF110F0B}" dt="2026-02-20T15:05:04.479" v="1059" actId="14100"/>
        <pc:sldMkLst>
          <pc:docMk/>
          <pc:sldMk cId="3631610185" sldId="406"/>
        </pc:sldMkLst>
        <pc:spChg chg="mod ord">
          <ac:chgData name="Fabian Brenes" userId="0a98a788-2542-4baf-b081-64ee1e965425" providerId="ADAL" clId="{3D44E08D-C675-4D64-922C-0261EF110F0B}" dt="2026-02-20T15:04:52.627" v="1055" actId="14100"/>
          <ac:spMkLst>
            <pc:docMk/>
            <pc:sldMk cId="3631610185" sldId="406"/>
            <ac:spMk id="2" creationId="{08A4BF3C-B113-9E52-B1AC-2C54BC1EED28}"/>
          </ac:spMkLst>
        </pc:spChg>
        <pc:spChg chg="add del mod">
          <ac:chgData name="Fabian Brenes" userId="0a98a788-2542-4baf-b081-64ee1e965425" providerId="ADAL" clId="{3D44E08D-C675-4D64-922C-0261EF110F0B}" dt="2026-02-20T15:04:55.721" v="1056" actId="21"/>
          <ac:spMkLst>
            <pc:docMk/>
            <pc:sldMk cId="3631610185" sldId="406"/>
            <ac:spMk id="3" creationId="{4E021EE8-9D93-E7AE-C965-ADB138E1B421}"/>
          </ac:spMkLst>
        </pc:spChg>
        <pc:spChg chg="add del mod ord">
          <ac:chgData name="Fabian Brenes" userId="0a98a788-2542-4baf-b081-64ee1e965425" providerId="ADAL" clId="{3D44E08D-C675-4D64-922C-0261EF110F0B}" dt="2026-02-20T15:04:57.282" v="1057"/>
          <ac:spMkLst>
            <pc:docMk/>
            <pc:sldMk cId="3631610185" sldId="406"/>
            <ac:spMk id="4" creationId="{52EBE7D7-98FE-71B5-23EA-D9BCEA6881E7}"/>
          </ac:spMkLst>
        </pc:spChg>
        <pc:spChg chg="add del mod ord">
          <ac:chgData name="Fabian Brenes" userId="0a98a788-2542-4baf-b081-64ee1e965425" providerId="ADAL" clId="{3D44E08D-C675-4D64-922C-0261EF110F0B}" dt="2026-02-20T15:04:43.451" v="1052" actId="478"/>
          <ac:spMkLst>
            <pc:docMk/>
            <pc:sldMk cId="3631610185" sldId="406"/>
            <ac:spMk id="5" creationId="{B763A4F8-4C8E-330C-5C45-94426FE83A7E}"/>
          </ac:spMkLst>
        </pc:spChg>
        <pc:spChg chg="add mod">
          <ac:chgData name="Fabian Brenes" userId="0a98a788-2542-4baf-b081-64ee1e965425" providerId="ADAL" clId="{3D44E08D-C675-4D64-922C-0261EF110F0B}" dt="2026-02-20T15:05:04.479" v="1059" actId="14100"/>
          <ac:spMkLst>
            <pc:docMk/>
            <pc:sldMk cId="3631610185" sldId="406"/>
            <ac:spMk id="6" creationId="{4E021EE8-9D93-E7AE-C965-ADB138E1B421}"/>
          </ac:spMkLst>
        </pc:spChg>
      </pc:sldChg>
      <pc:sldChg chg="addSp delSp modSp new mod modClrScheme chgLayout">
        <pc:chgData name="Fabian Brenes" userId="0a98a788-2542-4baf-b081-64ee1e965425" providerId="ADAL" clId="{3D44E08D-C675-4D64-922C-0261EF110F0B}" dt="2026-02-20T14:39:52.377" v="609" actId="20577"/>
        <pc:sldMkLst>
          <pc:docMk/>
          <pc:sldMk cId="2409371434" sldId="407"/>
        </pc:sldMkLst>
        <pc:spChg chg="del mod ord">
          <ac:chgData name="Fabian Brenes" userId="0a98a788-2542-4baf-b081-64ee1e965425" providerId="ADAL" clId="{3D44E08D-C675-4D64-922C-0261EF110F0B}" dt="2026-02-20T14:39:41.087" v="587" actId="700"/>
          <ac:spMkLst>
            <pc:docMk/>
            <pc:sldMk cId="2409371434" sldId="407"/>
            <ac:spMk id="2" creationId="{A9AD95F3-B9C2-8298-003E-2D5FD273A45C}"/>
          </ac:spMkLst>
        </pc:spChg>
        <pc:spChg chg="add mod ord">
          <ac:chgData name="Fabian Brenes" userId="0a98a788-2542-4baf-b081-64ee1e965425" providerId="ADAL" clId="{3D44E08D-C675-4D64-922C-0261EF110F0B}" dt="2026-02-20T14:39:52.377" v="609" actId="20577"/>
          <ac:spMkLst>
            <pc:docMk/>
            <pc:sldMk cId="2409371434" sldId="407"/>
            <ac:spMk id="3" creationId="{D8BF7FFB-38C7-DA63-4EA4-5FCC3458CFF9}"/>
          </ac:spMkLst>
        </pc:spChg>
      </pc:sldChg>
      <pc:sldChg chg="addSp delSp modSp new mod modClrScheme chgLayout">
        <pc:chgData name="Fabian Brenes" userId="0a98a788-2542-4baf-b081-64ee1e965425" providerId="ADAL" clId="{3D44E08D-C675-4D64-922C-0261EF110F0B}" dt="2026-02-20T15:51:49.912" v="1662" actId="20577"/>
        <pc:sldMkLst>
          <pc:docMk/>
          <pc:sldMk cId="1724836319" sldId="408"/>
        </pc:sldMkLst>
        <pc:spChg chg="mod ord">
          <ac:chgData name="Fabian Brenes" userId="0a98a788-2542-4baf-b081-64ee1e965425" providerId="ADAL" clId="{3D44E08D-C675-4D64-922C-0261EF110F0B}" dt="2026-02-20T15:39:58.377" v="1653" actId="14100"/>
          <ac:spMkLst>
            <pc:docMk/>
            <pc:sldMk cId="1724836319" sldId="408"/>
            <ac:spMk id="2" creationId="{B9A5CA0A-7541-EBCE-C7A7-914BD2FA8EB8}"/>
          </ac:spMkLst>
        </pc:spChg>
        <pc:spChg chg="add mod ord">
          <ac:chgData name="Fabian Brenes" userId="0a98a788-2542-4baf-b081-64ee1e965425" providerId="ADAL" clId="{3D44E08D-C675-4D64-922C-0261EF110F0B}" dt="2026-02-20T15:51:49.912" v="1662" actId="20577"/>
          <ac:spMkLst>
            <pc:docMk/>
            <pc:sldMk cId="1724836319" sldId="408"/>
            <ac:spMk id="3" creationId="{F10BC86B-B19E-E304-0B06-982A0D6A2929}"/>
          </ac:spMkLst>
        </pc:spChg>
        <pc:spChg chg="add del mod ord">
          <ac:chgData name="Fabian Brenes" userId="0a98a788-2542-4baf-b081-64ee1e965425" providerId="ADAL" clId="{3D44E08D-C675-4D64-922C-0261EF110F0B}" dt="2026-02-20T15:03:40.566" v="1037" actId="478"/>
          <ac:spMkLst>
            <pc:docMk/>
            <pc:sldMk cId="1724836319" sldId="408"/>
            <ac:spMk id="4" creationId="{5F7FFDDD-4BFA-D3B7-8766-6C202A565754}"/>
          </ac:spMkLst>
        </pc:spChg>
        <pc:spChg chg="add mod">
          <ac:chgData name="Fabian Brenes" userId="0a98a788-2542-4baf-b081-64ee1e965425" providerId="ADAL" clId="{3D44E08D-C675-4D64-922C-0261EF110F0B}" dt="2026-02-20T15:07:21.660" v="1143"/>
          <ac:spMkLst>
            <pc:docMk/>
            <pc:sldMk cId="1724836319" sldId="408"/>
            <ac:spMk id="5" creationId="{82C282CB-6974-7231-CB4E-2C41592FE789}"/>
          </ac:spMkLst>
        </pc:spChg>
        <pc:spChg chg="add">
          <ac:chgData name="Fabian Brenes" userId="0a98a788-2542-4baf-b081-64ee1e965425" providerId="ADAL" clId="{3D44E08D-C675-4D64-922C-0261EF110F0B}" dt="2026-02-20T15:39:14.312" v="1641"/>
          <ac:spMkLst>
            <pc:docMk/>
            <pc:sldMk cId="1724836319" sldId="408"/>
            <ac:spMk id="6" creationId="{4A804FBB-032F-4695-C19B-70F4502F92DD}"/>
          </ac:spMkLst>
        </pc:spChg>
      </pc:sldChg>
      <pc:sldChg chg="modSp new mod">
        <pc:chgData name="Fabian Brenes" userId="0a98a788-2542-4baf-b081-64ee1e965425" providerId="ADAL" clId="{3D44E08D-C675-4D64-922C-0261EF110F0B}" dt="2026-02-20T15:52:35.788" v="1679" actId="20577"/>
        <pc:sldMkLst>
          <pc:docMk/>
          <pc:sldMk cId="3216201020" sldId="409"/>
        </pc:sldMkLst>
        <pc:spChg chg="mod">
          <ac:chgData name="Fabian Brenes" userId="0a98a788-2542-4baf-b081-64ee1e965425" providerId="ADAL" clId="{3D44E08D-C675-4D64-922C-0261EF110F0B}" dt="2026-02-20T15:52:35.788" v="1679" actId="20577"/>
          <ac:spMkLst>
            <pc:docMk/>
            <pc:sldMk cId="3216201020" sldId="409"/>
            <ac:spMk id="2" creationId="{4B5F64DD-9726-3496-A8BA-E037BFE2F086}"/>
          </ac:spMkLst>
        </pc:spChg>
      </pc:sldChg>
      <pc:sldChg chg="addSp delSp modSp new mod modClrScheme chgLayout">
        <pc:chgData name="Fabian Brenes" userId="0a98a788-2542-4baf-b081-64ee1e965425" providerId="ADAL" clId="{3D44E08D-C675-4D64-922C-0261EF110F0B}" dt="2026-02-20T16:02:25.901" v="1850" actId="113"/>
        <pc:sldMkLst>
          <pc:docMk/>
          <pc:sldMk cId="2901919833" sldId="410"/>
        </pc:sldMkLst>
        <pc:spChg chg="del mod ord">
          <ac:chgData name="Fabian Brenes" userId="0a98a788-2542-4baf-b081-64ee1e965425" providerId="ADAL" clId="{3D44E08D-C675-4D64-922C-0261EF110F0B}" dt="2026-02-20T15:52:47.118" v="1681" actId="700"/>
          <ac:spMkLst>
            <pc:docMk/>
            <pc:sldMk cId="2901919833" sldId="410"/>
            <ac:spMk id="2" creationId="{0388935D-981A-7F9A-FCB5-FAC9C63F9028}"/>
          </ac:spMkLst>
        </pc:spChg>
        <pc:spChg chg="add mod ord">
          <ac:chgData name="Fabian Brenes" userId="0a98a788-2542-4baf-b081-64ee1e965425" providerId="ADAL" clId="{3D44E08D-C675-4D64-922C-0261EF110F0B}" dt="2026-02-20T15:53:19.141" v="1713" actId="14100"/>
          <ac:spMkLst>
            <pc:docMk/>
            <pc:sldMk cId="2901919833" sldId="410"/>
            <ac:spMk id="3" creationId="{76A5D10A-46E8-07DA-0304-7E714AE3E93C}"/>
          </ac:spMkLst>
        </pc:spChg>
        <pc:spChg chg="add mod ord">
          <ac:chgData name="Fabian Brenes" userId="0a98a788-2542-4baf-b081-64ee1e965425" providerId="ADAL" clId="{3D44E08D-C675-4D64-922C-0261EF110F0B}" dt="2026-02-20T16:02:25.901" v="1850" actId="113"/>
          <ac:spMkLst>
            <pc:docMk/>
            <pc:sldMk cId="2901919833" sldId="410"/>
            <ac:spMk id="4" creationId="{55C88AB1-8B22-A34D-94F6-DB70AB38DF9D}"/>
          </ac:spMkLst>
        </pc:spChg>
        <pc:spChg chg="add del mod ord">
          <ac:chgData name="Fabian Brenes" userId="0a98a788-2542-4baf-b081-64ee1e965425" providerId="ADAL" clId="{3D44E08D-C675-4D64-922C-0261EF110F0B}" dt="2026-02-20T15:52:49.628" v="1682" actId="478"/>
          <ac:spMkLst>
            <pc:docMk/>
            <pc:sldMk cId="2901919833" sldId="410"/>
            <ac:spMk id="5" creationId="{1D23451A-C411-97CF-A906-41A5085F304E}"/>
          </ac:spMkLst>
        </pc:spChg>
        <pc:spChg chg="add mod">
          <ac:chgData name="Fabian Brenes" userId="0a98a788-2542-4baf-b081-64ee1e965425" providerId="ADAL" clId="{3D44E08D-C675-4D64-922C-0261EF110F0B}" dt="2026-02-20T16:01:21.987" v="1849" actId="14100"/>
          <ac:spMkLst>
            <pc:docMk/>
            <pc:sldMk cId="2901919833" sldId="410"/>
            <ac:spMk id="7" creationId="{E1BCB1C3-CF0D-6225-8A31-9EE0ECC6F8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20/2/2026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portada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0">
            <a:extLst>
              <a:ext uri="{FF2B5EF4-FFF2-40B4-BE49-F238E27FC236}">
                <a16:creationId xmlns:a16="http://schemas.microsoft.com/office/drawing/2014/main" id="{5250FC87-7BE0-64CD-5A1C-F02DACE6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86050"/>
            <a:ext cx="1139825" cy="711200"/>
          </a:xfrm>
          <a:prstGeom prst="rect">
            <a:avLst/>
          </a:prstGeom>
        </p:spPr>
      </p:pic>
      <p:pic>
        <p:nvPicPr>
          <p:cNvPr id="3" name="Imagen 13">
            <a:extLst>
              <a:ext uri="{FF2B5EF4-FFF2-40B4-BE49-F238E27FC236}">
                <a16:creationId xmlns:a16="http://schemas.microsoft.com/office/drawing/2014/main" id="{57B46863-8923-8669-6050-FFC1273C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1563" y="5749925"/>
            <a:ext cx="1814512" cy="871538"/>
          </a:xfrm>
          <a:prstGeom prst="rect">
            <a:avLst/>
          </a:prstGeom>
        </p:spPr>
      </p:pic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2353235" y="2393265"/>
            <a:ext cx="7077635" cy="2393889"/>
          </a:xfrm>
        </p:spPr>
        <p:txBody>
          <a:bodyPr anchor="b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62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20/2/2026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031-37865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BA2ED-03A6-64B1-A460-86640E3E0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>
                <a:solidFill>
                  <a:schemeClr val="bg1"/>
                </a:solidFill>
              </a:rPr>
              <a:t>Teoría Estadística y métodos cuantitativos</a:t>
            </a:r>
            <a:endParaRPr lang="es-CR" sz="4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2B11D00-0642-76C8-3292-F75149E5A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Distribuciones de Probabilidad</a:t>
            </a:r>
          </a:p>
          <a:p>
            <a:r>
              <a:rPr lang="es-CR" dirty="0"/>
              <a:t>Profesor: Fabián Brenes Trejos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C7B05-9423-80AD-ABDC-E6E927A0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Contenido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42AB4-C6E9-CFD1-1545-A52B284137FA}"/>
                  </a:ext>
                </a:extLst>
              </p:cNvPr>
              <p:cNvSpPr txBox="1"/>
              <p:nvPr/>
            </p:nvSpPr>
            <p:spPr>
              <a:xfrm>
                <a:off x="932688" y="1792224"/>
                <a:ext cx="10326624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dirty="0"/>
                  <a:t>Presentación de caso #1</a:t>
                </a:r>
              </a:p>
              <a:p>
                <a:endParaRPr lang="es-CR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dirty="0"/>
                  <a:t>Distribución Chi-cuadrado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R" sz="2000" dirty="0"/>
                  <a:t>)</a:t>
                </a:r>
              </a:p>
              <a:p>
                <a:endParaRPr lang="es-CR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dirty="0"/>
                  <a:t>Distribución t-</a:t>
                </a:r>
                <a:r>
                  <a:rPr lang="es-CR" sz="2000" dirty="0" err="1"/>
                  <a:t>student</a:t>
                </a:r>
                <a:endParaRPr lang="es-CR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R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dirty="0"/>
                  <a:t>Distribución 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R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R" sz="2000" dirty="0"/>
                  <a:t>Ejercicio práctico en R</a:t>
                </a:r>
              </a:p>
              <a:p>
                <a:endParaRPr lang="es-CR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42AB4-C6E9-CFD1-1545-A52B28413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1792224"/>
                <a:ext cx="10326624" cy="3170099"/>
              </a:xfrm>
              <a:prstGeom prst="rect">
                <a:avLst/>
              </a:prstGeom>
              <a:blipFill>
                <a:blip r:embed="rId2"/>
                <a:stretch>
                  <a:fillRect l="-531" t="-962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07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12A514-E020-ADF2-D53D-EDAA75984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Distribución Chi-cuadrado </a:t>
            </a:r>
          </a:p>
        </p:txBody>
      </p:sp>
    </p:spTree>
    <p:extLst>
      <p:ext uri="{BB962C8B-B14F-4D97-AF65-F5344CB8AC3E}">
        <p14:creationId xmlns:p14="http://schemas.microsoft.com/office/powerpoint/2010/main" val="154310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5A232-248F-6A96-DBC9-6D1FEC4F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27" y="755534"/>
            <a:ext cx="9728539" cy="1520719"/>
          </a:xfrm>
        </p:spPr>
        <p:txBody>
          <a:bodyPr/>
          <a:lstStyle/>
          <a:p>
            <a:r>
              <a:rPr lang="es-CR" dirty="0"/>
              <a:t>Función de Probabilidad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32688A-EE24-C39A-C6FA-7ADE5289022C}"/>
                  </a:ext>
                </a:extLst>
              </p:cNvPr>
              <p:cNvSpPr txBox="1"/>
              <p:nvPr/>
            </p:nvSpPr>
            <p:spPr>
              <a:xfrm>
                <a:off x="762000" y="1719270"/>
                <a:ext cx="11217316" cy="3714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D</a:t>
                </a:r>
                <a:r>
                  <a:rPr lang="en-US" sz="2000" b="1" i="1" dirty="0" err="1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istribución</a:t>
                </a:r>
                <a:r>
                  <a:rPr lang="en-US" sz="2000" b="1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Gamma:</a:t>
                </a:r>
              </a:p>
              <a:p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𝒑𝒅𝒇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endChr m:val="|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C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s-C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C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sup>
                          </m:sSup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𝚪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𝒑𝒂𝒓𝒂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CR" sz="2000" dirty="0"/>
              </a:p>
              <a:p>
                <a:endParaRPr lang="en-US" sz="2000" b="1" i="1" dirty="0">
                  <a:solidFill>
                    <a:srgbClr val="000F9F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000" b="1" i="1" dirty="0" err="1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Distribución</a:t>
                </a:r>
                <a:r>
                  <a:rPr lang="en-US" sz="2000" b="1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Chi-</a:t>
                </a:r>
                <a:r>
                  <a:rPr lang="en-US" sz="2000" b="1" i="1" dirty="0" err="1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cuadrado</a:t>
                </a:r>
                <a:r>
                  <a:rPr lang="en-US" sz="2000" b="1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mbria Math" panose="02040503050406030204" pitchFamily="18" charset="0"/>
                  </a:rPr>
                  <a:t>Es un </a:t>
                </a:r>
                <a:r>
                  <a:rPr lang="en-US" sz="2000" dirty="0" err="1">
                    <a:latin typeface="Cambria Math" panose="02040503050406030204" pitchFamily="18" charset="0"/>
                  </a:rPr>
                  <a:t>caso</a:t>
                </a:r>
                <a:r>
                  <a:rPr lang="en-US" sz="2000" dirty="0">
                    <a:latin typeface="Cambria Math" panose="02040503050406030204" pitchFamily="18" charset="0"/>
                  </a:rPr>
                  <a:t> particular de la </a:t>
                </a:r>
                <a:r>
                  <a:rPr lang="en-US" sz="2000" dirty="0" err="1">
                    <a:latin typeface="Cambria Math" panose="02040503050406030204" pitchFamily="18" charset="0"/>
                  </a:rPr>
                  <a:t>distribución</a:t>
                </a:r>
                <a:r>
                  <a:rPr lang="en-US" sz="2000" dirty="0">
                    <a:latin typeface="Cambria Math" panose="02040503050406030204" pitchFamily="18" charset="0"/>
                  </a:rPr>
                  <a:t> Gamma, con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𝒑𝒅𝒇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𝒑𝒂𝒓𝒂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 </a:t>
                </a:r>
                <a:endParaRPr lang="es-CR" sz="2000" dirty="0"/>
              </a:p>
              <a:p>
                <a:endParaRPr lang="es-CR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32688A-EE24-C39A-C6FA-7ADE52890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19270"/>
                <a:ext cx="11217316" cy="3714287"/>
              </a:xfrm>
              <a:prstGeom prst="rect">
                <a:avLst/>
              </a:prstGeom>
              <a:blipFill>
                <a:blip r:embed="rId2"/>
                <a:stretch>
                  <a:fillRect l="-543" t="-82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2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BF7FFB-38C7-DA63-4EA4-5FCC3458C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Distribución t-</a:t>
            </a:r>
            <a:r>
              <a:rPr lang="es-CR" dirty="0" err="1"/>
              <a:t>student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40937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4BF3C-B113-9E52-B1AC-2C54BC1E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5534"/>
            <a:ext cx="12192000" cy="1520719"/>
          </a:xfrm>
        </p:spPr>
        <p:txBody>
          <a:bodyPr/>
          <a:lstStyle/>
          <a:p>
            <a:r>
              <a:rPr lang="es-CR" dirty="0"/>
              <a:t>Función de Probabilidad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ubtitle 5">
                <a:extLst>
                  <a:ext uri="{FF2B5EF4-FFF2-40B4-BE49-F238E27FC236}">
                    <a16:creationId xmlns:a16="http://schemas.microsoft.com/office/drawing/2014/main" id="{4E021EE8-9D93-E7AE-C965-ADB138E1B421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965200" y="1896533"/>
                <a:ext cx="10176933" cy="2549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dirty="0"/>
                  <a:t>Sea </a:t>
                </a:r>
                <a:r>
                  <a:rPr lang="en-US" sz="2000" b="1" dirty="0"/>
                  <a:t>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con n </a:t>
                </a:r>
                <a:r>
                  <a:rPr lang="en-US" sz="2000" dirty="0" err="1"/>
                  <a:t>grados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libertad</a:t>
                </a:r>
                <a:r>
                  <a:rPr lang="en-US" sz="2000" dirty="0"/>
                  <a:t>, en donde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sz="2000" b="1" dirty="0"/>
                  <a:t> y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son </a:t>
                </a:r>
                <a:r>
                  <a:rPr lang="en-US" sz="2000" dirty="0" err="1"/>
                  <a:t>eventos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independientes</a:t>
                </a:r>
                <a:r>
                  <a:rPr lang="en-US" sz="2000" dirty="0"/>
                  <a:t>.  </a:t>
                </a:r>
                <a:r>
                  <a:rPr lang="en-US" sz="2000" dirty="0" err="1"/>
                  <a:t>Entonces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0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1" i="1" smtClean="0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skw"/>
                                <m:ctrlPr>
                                  <a:rPr lang="en-US" sz="2000" b="1" i="1" smtClean="0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US" sz="2000" b="1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000" dirty="0" err="1">
                    <a:latin typeface="Cambria Math" panose="02040503050406030204" pitchFamily="18" charset="0"/>
                  </a:rPr>
                  <a:t>t</a:t>
                </a:r>
                <a:r>
                  <a:rPr lang="en-US" sz="2000" dirty="0" err="1"/>
                  <a:t>iene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distribución</a:t>
                </a:r>
                <a:r>
                  <a:rPr lang="en-US" sz="2000" dirty="0"/>
                  <a:t> t-student, con n </a:t>
                </a:r>
                <a:r>
                  <a:rPr lang="en-US" sz="2000" dirty="0" err="1"/>
                  <a:t>grados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libertad</a:t>
                </a:r>
                <a:r>
                  <a:rPr lang="en-US" sz="2000" dirty="0"/>
                  <a:t>. </a:t>
                </a:r>
                <a:r>
                  <a:rPr lang="en-US" sz="2000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𝒑𝒅𝒇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rad>
                          <m:radPr>
                            <m:degHide m:val="on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</m:rad>
                      </m:den>
                    </m:f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 </a:t>
                </a:r>
                <a:endParaRPr lang="es-CR" sz="2000" dirty="0"/>
              </a:p>
              <a:p>
                <a:endParaRPr lang="es-CR" sz="2000" dirty="0"/>
              </a:p>
            </p:txBody>
          </p:sp>
        </mc:Choice>
        <mc:Fallback>
          <p:sp>
            <p:nvSpPr>
              <p:cNvPr id="6" name="Subtitle 5">
                <a:extLst>
                  <a:ext uri="{FF2B5EF4-FFF2-40B4-BE49-F238E27FC236}">
                    <a16:creationId xmlns:a16="http://schemas.microsoft.com/office/drawing/2014/main" id="{4E021EE8-9D93-E7AE-C965-ADB138E1B42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65200" y="1896533"/>
                <a:ext cx="10176933" cy="2549288"/>
              </a:xfrm>
              <a:prstGeom prst="rect">
                <a:avLst/>
              </a:prstGeom>
              <a:blipFill>
                <a:blip r:embed="rId2"/>
                <a:stretch>
                  <a:fillRect l="-599" t="-215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61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F10BC86B-B19E-E304-0B06-982A0D6A292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28927" y="1608667"/>
                <a:ext cx="10134939" cy="3591402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b="1" dirty="0"/>
                  <a:t>Muestras pequeñas: </a:t>
                </a:r>
                <a:r>
                  <a:rPr lang="es-MX" dirty="0"/>
                  <a:t>Cuando el tamaño de la muestra no es grande, la distribución de las medias muestrales de una población normal podría no ajustarse bien a una distribución normal estándar.</a:t>
                </a:r>
              </a:p>
              <a:p>
                <a:endParaRPr lang="es-C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b="1" dirty="0"/>
                  <a:t>Incertidumbre en la desviación:</a:t>
                </a:r>
                <a:r>
                  <a:rPr lang="es-MX" dirty="0"/>
                  <a:t> Se utiliza específicamente cuando la </a:t>
                </a:r>
                <a:r>
                  <a:rPr lang="es-MX" b="1" dirty="0"/>
                  <a:t>desviación estándar poblacional</a:t>
                </a:r>
                <a:r>
                  <a:rPr lang="es-MX" dirty="0"/>
                  <a:t> es desconocida, obligándonos a utilizar la desviación estándar de la muestra para el cálculo.</a:t>
                </a:r>
                <a:r>
                  <a:rPr lang="es-CR" dirty="0"/>
                  <a:t>.</a:t>
                </a:r>
              </a:p>
              <a:p>
                <a:endParaRPr lang="es-CR" dirty="0"/>
              </a:p>
              <a:p>
                <a:r>
                  <a:rPr lang="es-CR" dirty="0"/>
                  <a:t>Bajo estos escenarios, se afirma que la variable x, sigue una distribución t-</a:t>
                </a:r>
                <a:r>
                  <a:rPr lang="es-CR" dirty="0" err="1"/>
                  <a:t>student</a:t>
                </a:r>
                <a:r>
                  <a:rPr lang="en-US" dirty="0"/>
                  <a:t>:</a:t>
                </a:r>
              </a:p>
              <a:p>
                <a:endParaRPr lang="es-CR" dirty="0"/>
              </a:p>
              <a:p>
                <a:r>
                  <a:rPr lang="es-CR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endParaRPr lang="es-CR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F10BC86B-B19E-E304-0B06-982A0D6A2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28927" y="1608667"/>
                <a:ext cx="10134939" cy="3591402"/>
              </a:xfrm>
              <a:blipFill>
                <a:blip r:embed="rId2"/>
                <a:stretch>
                  <a:fillRect l="-481" t="-169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9A5CA0A-7541-EBCE-C7A7-914BD2FA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28" y="755534"/>
            <a:ext cx="9593072" cy="683799"/>
          </a:xfrm>
        </p:spPr>
        <p:txBody>
          <a:bodyPr/>
          <a:lstStyle/>
          <a:p>
            <a:r>
              <a:rPr lang="es-CR" dirty="0"/>
              <a:t>Aplicaciones de la distribución t</a:t>
            </a:r>
          </a:p>
        </p:txBody>
      </p:sp>
    </p:spTree>
    <p:extLst>
      <p:ext uri="{BB962C8B-B14F-4D97-AF65-F5344CB8AC3E}">
        <p14:creationId xmlns:p14="http://schemas.microsoft.com/office/powerpoint/2010/main" val="172483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64DD-9726-3496-A8BA-E037BFE2F0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Distribución</a:t>
            </a:r>
            <a:r>
              <a:rPr lang="en-US" dirty="0"/>
              <a:t> F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21620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55C88AB1-8B22-A34D-94F6-DB70AB38DF9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04800" y="1811867"/>
                <a:ext cx="11430000" cy="3388201"/>
              </a:xfrm>
            </p:spPr>
            <p:txBody>
              <a:bodyPr/>
              <a:lstStyle/>
              <a:p>
                <a:r>
                  <a:rPr lang="en-US" dirty="0"/>
                  <a:t>Sea </a:t>
                </a:r>
                <a:r>
                  <a:rPr lang="en-US" b="1" dirty="0"/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~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 n </a:t>
                </a:r>
                <a:r>
                  <a:rPr lang="en-US" dirty="0" err="1"/>
                  <a:t>grados</a:t>
                </a:r>
                <a:r>
                  <a:rPr lang="en-US" dirty="0"/>
                  <a:t> de </a:t>
                </a:r>
                <a:r>
                  <a:rPr lang="en-US" dirty="0" err="1"/>
                  <a:t>libertad</a:t>
                </a:r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 m </a:t>
                </a:r>
                <a:r>
                  <a:rPr lang="en-US" dirty="0" err="1"/>
                  <a:t>grados</a:t>
                </a:r>
                <a:r>
                  <a:rPr lang="en-US" dirty="0"/>
                  <a:t> de </a:t>
                </a:r>
                <a:r>
                  <a:rPr lang="en-US" dirty="0" err="1"/>
                  <a:t>libertad</a:t>
                </a:r>
                <a:r>
                  <a:rPr lang="en-US" dirty="0"/>
                  <a:t>, en donde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y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son </a:t>
                </a:r>
                <a:r>
                  <a:rPr lang="en-US" dirty="0" err="1"/>
                  <a:t>eventos</a:t>
                </a:r>
                <a:r>
                  <a:rPr lang="en-US" dirty="0"/>
                  <a:t> </a:t>
                </a:r>
                <a:r>
                  <a:rPr lang="en-US" dirty="0" err="1"/>
                  <a:t>independientes</a:t>
                </a:r>
                <a:r>
                  <a:rPr lang="en-US" dirty="0"/>
                  <a:t>.  </a:t>
                </a:r>
              </a:p>
              <a:p>
                <a:r>
                  <a:rPr lang="en-US" dirty="0" err="1"/>
                  <a:t>Entonces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num>
                      <m:den>
                        <m:f>
                          <m:fPr>
                            <m:type m:val="skw"/>
                            <m:ctrlP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b="1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 err="1">
                    <a:latin typeface="Cambria Math" panose="02040503050406030204" pitchFamily="18" charset="0"/>
                  </a:rPr>
                  <a:t>t</a:t>
                </a:r>
                <a:r>
                  <a:rPr lang="en-US" dirty="0" err="1"/>
                  <a:t>iene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F, con m y n </a:t>
                </a:r>
                <a:r>
                  <a:rPr lang="en-US" dirty="0" err="1"/>
                  <a:t>grados</a:t>
                </a:r>
                <a:r>
                  <a:rPr lang="en-US" dirty="0"/>
                  <a:t> de </a:t>
                </a:r>
                <a:r>
                  <a:rPr lang="en-US" dirty="0" err="1"/>
                  <a:t>libertad</a:t>
                </a:r>
                <a:r>
                  <a:rPr lang="en-US" dirty="0"/>
                  <a:t>. </a:t>
                </a:r>
                <a:r>
                  <a:rPr lang="en-US" i="1" dirty="0">
                    <a:solidFill>
                      <a:srgbClr val="000F9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s-CR" dirty="0"/>
              </a:p>
            </p:txBody>
          </p:sp>
        </mc:Choice>
        <mc:Fallback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55C88AB1-8B22-A34D-94F6-DB70AB38D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04800" y="1811867"/>
                <a:ext cx="11430000" cy="3388201"/>
              </a:xfrm>
              <a:blipFill>
                <a:blip r:embed="rId2"/>
                <a:stretch>
                  <a:fillRect l="-427" t="-1439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A5D10A-46E8-07DA-0304-7E714AE3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755535"/>
            <a:ext cx="12192001" cy="717666"/>
          </a:xfrm>
        </p:spPr>
        <p:txBody>
          <a:bodyPr/>
          <a:lstStyle/>
          <a:p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probabilidad</a:t>
            </a:r>
            <a:endParaRPr lang="es-C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BCB1C3-CF0D-6225-8A31-9EE0ECC6F844}"/>
                  </a:ext>
                </a:extLst>
              </p:cNvPr>
              <p:cNvSpPr txBox="1"/>
              <p:nvPr/>
            </p:nvSpPr>
            <p:spPr>
              <a:xfrm>
                <a:off x="457200" y="3429000"/>
                <a:ext cx="10938933" cy="1115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𝚪</m:t>
                        </m:r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den>
                    </m:f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𝒎</m:t>
                                    </m:r>
                                  </m:den>
                                </m:f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</a:rPr>
                  <a:t>  </a:t>
                </a:r>
                <a:endParaRPr lang="es-CR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BCB1C3-CF0D-6225-8A31-9EE0ECC6F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10938933" cy="1115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91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8D5-5DA1-6272-AD6B-F372D3C6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19120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187B92-39EC-CB5B-B99F-D4BBC07C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14DE1C-3862-E2FD-6F16-74E2CECAB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>
            <a:normAutofit/>
          </a:bodyPr>
          <a:lstStyle/>
          <a:p>
            <a:r>
              <a:rPr lang="en-US" sz="2000" dirty="0" err="1"/>
              <a:t>Genere</a:t>
            </a:r>
            <a:r>
              <a:rPr lang="en-US" sz="2000" dirty="0"/>
              <a:t> 3 conjuntos de </a:t>
            </a:r>
            <a:r>
              <a:rPr lang="en-US" sz="2000" dirty="0" err="1"/>
              <a:t>datos</a:t>
            </a:r>
            <a:r>
              <a:rPr lang="en-US" sz="2000" dirty="0"/>
              <a:t> con los </a:t>
            </a:r>
            <a:r>
              <a:rPr lang="en-US" sz="2000" dirty="0" err="1"/>
              <a:t>siguentes</a:t>
            </a:r>
            <a:r>
              <a:rPr lang="en-US" sz="2000" dirty="0"/>
              <a:t> </a:t>
            </a:r>
            <a:r>
              <a:rPr lang="en-US" sz="2000" dirty="0" err="1"/>
              <a:t>parámetros</a:t>
            </a:r>
            <a:r>
              <a:rPr lang="en-US" sz="2000" dirty="0"/>
              <a:t> y </a:t>
            </a:r>
            <a:r>
              <a:rPr lang="en-US" sz="2000" dirty="0" err="1"/>
              <a:t>genere</a:t>
            </a:r>
            <a:r>
              <a:rPr lang="en-US" sz="2000" dirty="0"/>
              <a:t> </a:t>
            </a:r>
            <a:r>
              <a:rPr lang="en-US" sz="2000" dirty="0" err="1"/>
              <a:t>gráficos</a:t>
            </a:r>
            <a:r>
              <a:rPr lang="en-US" sz="2000" dirty="0"/>
              <a:t> de </a:t>
            </a:r>
            <a:r>
              <a:rPr lang="en-US" sz="2000" dirty="0" err="1"/>
              <a:t>densidad</a:t>
            </a:r>
            <a:r>
              <a:rPr lang="en-US" sz="2000" dirty="0"/>
              <a:t> para </a:t>
            </a:r>
            <a:r>
              <a:rPr lang="en-US" sz="2000" dirty="0" err="1"/>
              <a:t>cada</a:t>
            </a:r>
            <a:r>
              <a:rPr lang="en-US" sz="2000" dirty="0"/>
              <a:t> uno</a:t>
            </a:r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s-CR" sz="2000" dirty="0" err="1"/>
              <a:t>rchisq</a:t>
            </a:r>
            <a:r>
              <a:rPr lang="es-CR" sz="2000" dirty="0"/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s-CR" sz="2000" dirty="0" err="1"/>
              <a:t>rt</a:t>
            </a:r>
            <a:r>
              <a:rPr lang="es-CR" sz="2000" dirty="0"/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s-CR" sz="2000" dirty="0" err="1"/>
              <a:t>rf</a:t>
            </a:r>
            <a:r>
              <a:rPr lang="es-CR" sz="2000" dirty="0"/>
              <a:t>()</a:t>
            </a:r>
          </a:p>
          <a:p>
            <a:pPr marL="0" indent="0">
              <a:buNone/>
            </a:pPr>
            <a:endParaRPr lang="es-CR" sz="2000" dirty="0"/>
          </a:p>
          <a:p>
            <a:pPr marL="0" indent="0">
              <a:buNone/>
            </a:pPr>
            <a:r>
              <a:rPr lang="es-CR" sz="2000" b="1" dirty="0"/>
              <a:t>¿Qué </a:t>
            </a:r>
            <a:r>
              <a:rPr lang="es-CR" sz="2000" b="1" dirty="0" err="1"/>
              <a:t>conluyen</a:t>
            </a:r>
            <a:r>
              <a:rPr lang="es-CR" sz="2000" b="1" dirty="0"/>
              <a:t> de los gráficos?</a:t>
            </a:r>
          </a:p>
          <a:p>
            <a:pPr marL="514350" indent="-514350">
              <a:buFont typeface="+mj-lt"/>
              <a:buAutoNum type="arabicPeriod"/>
            </a:pPr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4071948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 K. 2024.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Springer International Publishing. </a:t>
            </a:r>
            <a:r>
              <a:rPr lang="en-US" b="0" i="0" u="sng" dirty="0">
                <a:effectLst/>
                <a:latin typeface="Source Sans Pro" panose="020B0503030403020204" pitchFamily="34" charset="0"/>
                <a:hlinkClick r:id="rId2"/>
              </a:rPr>
              <a:t>https://doi.org/10.1007/978-3-031-37865-2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75904549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6696</TotalTime>
  <Words>387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Teoría Estadística y métodos cuantitativos</vt:lpstr>
      <vt:lpstr>Contenido</vt:lpstr>
      <vt:lpstr>Distribución Chi-cuadrado </vt:lpstr>
      <vt:lpstr>Función de Probabilidad</vt:lpstr>
      <vt:lpstr>Distribución t-student</vt:lpstr>
      <vt:lpstr>Función de Probabilidad</vt:lpstr>
      <vt:lpstr>Aplicaciones de la distribución t</vt:lpstr>
      <vt:lpstr>Distribución F</vt:lpstr>
      <vt:lpstr>Función de probabilidad</vt:lpstr>
      <vt:lpstr>Ejercicio</vt:lpstr>
      <vt:lpstr>Ejercicio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24</cp:revision>
  <dcterms:created xsi:type="dcterms:W3CDTF">2023-02-23T21:29:48Z</dcterms:created>
  <dcterms:modified xsi:type="dcterms:W3CDTF">2026-02-20T21:14:29Z</dcterms:modified>
</cp:coreProperties>
</file>