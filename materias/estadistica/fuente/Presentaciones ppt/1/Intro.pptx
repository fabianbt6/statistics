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382" r:id="rId3"/>
    <p:sldId id="381" r:id="rId4"/>
    <p:sldId id="365" r:id="rId5"/>
    <p:sldId id="363" r:id="rId6"/>
    <p:sldId id="364" r:id="rId7"/>
    <p:sldId id="316" r:id="rId8"/>
    <p:sldId id="383" r:id="rId9"/>
    <p:sldId id="384" r:id="rId10"/>
    <p:sldId id="385" r:id="rId11"/>
    <p:sldId id="386" r:id="rId12"/>
    <p:sldId id="387" r:id="rId13"/>
    <p:sldId id="388" r:id="rId14"/>
    <p:sldId id="389" r:id="rId15"/>
    <p:sldId id="390" r:id="rId16"/>
    <p:sldId id="391" r:id="rId17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F9F"/>
    <a:srgbClr val="E31D93"/>
    <a:srgbClr val="FFD600"/>
    <a:srgbClr val="00B2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9"/>
    <p:restoredTop sz="92764" autoAdjust="0"/>
  </p:normalViewPr>
  <p:slideViewPr>
    <p:cSldViewPr snapToGrid="0">
      <p:cViewPr varScale="1">
        <p:scale>
          <a:sx n="97" d="100"/>
          <a:sy n="97" d="100"/>
        </p:scale>
        <p:origin x="114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an Brenes" userId="0a98a788-2542-4baf-b081-64ee1e965425" providerId="ADAL" clId="{3D44E08D-C675-4D64-922C-0261EF110F0B}"/>
    <pc:docChg chg="custSel modSld">
      <pc:chgData name="Fabian Brenes" userId="0a98a788-2542-4baf-b081-64ee1e965425" providerId="ADAL" clId="{3D44E08D-C675-4D64-922C-0261EF110F0B}" dt="2026-05-16T00:06:04.473" v="40" actId="22"/>
      <pc:docMkLst>
        <pc:docMk/>
      </pc:docMkLst>
      <pc:sldChg chg="addSp delSp modSp mod">
        <pc:chgData name="Fabian Brenes" userId="0a98a788-2542-4baf-b081-64ee1e965425" providerId="ADAL" clId="{3D44E08D-C675-4D64-922C-0261EF110F0B}" dt="2026-05-16T00:06:04.473" v="40" actId="22"/>
        <pc:sldMkLst>
          <pc:docMk/>
          <pc:sldMk cId="834248494" sldId="387"/>
        </pc:sldMkLst>
        <pc:picChg chg="add del mod">
          <ac:chgData name="Fabian Brenes" userId="0a98a788-2542-4baf-b081-64ee1e965425" providerId="ADAL" clId="{3D44E08D-C675-4D64-922C-0261EF110F0B}" dt="2026-05-16T00:06:03.549" v="39" actId="478"/>
          <ac:picMkLst>
            <pc:docMk/>
            <pc:sldMk cId="834248494" sldId="387"/>
            <ac:picMk id="4" creationId="{DF59EDD3-400A-044C-95E1-C7741006C878}"/>
          </ac:picMkLst>
        </pc:picChg>
        <pc:picChg chg="add">
          <ac:chgData name="Fabian Brenes" userId="0a98a788-2542-4baf-b081-64ee1e965425" providerId="ADAL" clId="{3D44E08D-C675-4D64-922C-0261EF110F0B}" dt="2026-05-16T00:06:04.473" v="40" actId="22"/>
          <ac:picMkLst>
            <pc:docMk/>
            <pc:sldMk cId="834248494" sldId="387"/>
            <ac:picMk id="5" creationId="{CE7AA6ED-137D-4C99-95B2-07544AF09DCF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1F6B7B-84C2-1B41-B4C8-E7237127F58C}" type="doc">
      <dgm:prSet loTypeId="urn:microsoft.com/office/officeart/2008/layout/NameandTitleOrganizationalChar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2841C097-3D35-274E-B53D-820AE5F9903C}">
      <dgm:prSet phldrT="[Texto]"/>
      <dgm:spPr/>
      <dgm:t>
        <a:bodyPr/>
        <a:lstStyle/>
        <a:p>
          <a:r>
            <a:rPr lang="es-MX" dirty="0"/>
            <a:t>Dexter Mena</a:t>
          </a:r>
        </a:p>
      </dgm:t>
    </dgm:pt>
    <dgm:pt modelId="{E8118F05-AE4C-A642-91F4-BADC6C2359D1}" type="parTrans" cxnId="{D103B715-8452-2B40-9A12-4B4562D067C1}">
      <dgm:prSet/>
      <dgm:spPr/>
      <dgm:t>
        <a:bodyPr/>
        <a:lstStyle/>
        <a:p>
          <a:endParaRPr lang="es-MX"/>
        </a:p>
      </dgm:t>
    </dgm:pt>
    <dgm:pt modelId="{4FC81491-D8A1-7944-8FC1-79D298F6CDD9}" type="sibTrans" cxnId="{D103B715-8452-2B40-9A12-4B4562D067C1}">
      <dgm:prSet/>
      <dgm:spPr/>
      <dgm:t>
        <a:bodyPr/>
        <a:lstStyle/>
        <a:p>
          <a:r>
            <a:rPr lang="es-MX" dirty="0"/>
            <a:t>DIRECTOR</a:t>
          </a:r>
        </a:p>
      </dgm:t>
    </dgm:pt>
    <dgm:pt modelId="{57E7EC53-AEFE-2B41-939C-ABE4F370EAAE}">
      <dgm:prSet/>
      <dgm:spPr/>
      <dgm:t>
        <a:bodyPr/>
        <a:lstStyle/>
        <a:p>
          <a:r>
            <a:rPr lang="es-MX" dirty="0"/>
            <a:t>Hannia Ramírez</a:t>
          </a:r>
        </a:p>
      </dgm:t>
    </dgm:pt>
    <dgm:pt modelId="{D1C64610-F106-2040-955A-6E8C1532656A}" type="parTrans" cxnId="{4D235C92-F4E8-B44A-975A-9A1A42C8F8D5}">
      <dgm:prSet/>
      <dgm:spPr/>
      <dgm:t>
        <a:bodyPr/>
        <a:lstStyle/>
        <a:p>
          <a:endParaRPr lang="es-MX"/>
        </a:p>
      </dgm:t>
    </dgm:pt>
    <dgm:pt modelId="{B421597C-25F2-794A-A78F-CED03B57C989}" type="sibTrans" cxnId="{4D235C92-F4E8-B44A-975A-9A1A42C8F8D5}">
      <dgm:prSet custT="1"/>
      <dgm:spPr/>
      <dgm:t>
        <a:bodyPr/>
        <a:lstStyle/>
        <a:p>
          <a:r>
            <a:rPr lang="es-MX" sz="1800" dirty="0"/>
            <a:t>SUBDIRECTORA ECONOMÍA</a:t>
          </a:r>
        </a:p>
      </dgm:t>
    </dgm:pt>
    <dgm:pt modelId="{DF86B5AF-433C-324B-B401-715F7BF3A706}">
      <dgm:prSet phldrT="[Texto]"/>
      <dgm:spPr/>
      <dgm:t>
        <a:bodyPr/>
        <a:lstStyle/>
        <a:p>
          <a:r>
            <a:rPr lang="es-MX"/>
            <a:t>Marco Alvarado</a:t>
          </a:r>
          <a:endParaRPr lang="es-MX" dirty="0"/>
        </a:p>
      </dgm:t>
    </dgm:pt>
    <dgm:pt modelId="{D0F1BFC7-67ED-874C-AC32-E2187C625E6D}" type="parTrans" cxnId="{32E4EDD3-9A29-3D44-8D90-C7AC07CED6F0}">
      <dgm:prSet/>
      <dgm:spPr/>
      <dgm:t>
        <a:bodyPr/>
        <a:lstStyle/>
        <a:p>
          <a:endParaRPr lang="es-MX"/>
        </a:p>
      </dgm:t>
    </dgm:pt>
    <dgm:pt modelId="{9FFDB1FC-0073-B04C-A4E7-F79BDCDB7F86}" type="sibTrans" cxnId="{32E4EDD3-9A29-3D44-8D90-C7AC07CED6F0}">
      <dgm:prSet/>
      <dgm:spPr/>
      <dgm:t>
        <a:bodyPr/>
        <a:lstStyle/>
        <a:p>
          <a:r>
            <a:rPr lang="es-MX" dirty="0"/>
            <a:t>DECANO CIENCIAS SOCIALES </a:t>
          </a:r>
        </a:p>
        <a:p>
          <a:r>
            <a:rPr lang="es-MX" dirty="0"/>
            <a:t>Y ECONÓMICAS</a:t>
          </a:r>
        </a:p>
      </dgm:t>
    </dgm:pt>
    <dgm:pt modelId="{A1BD9AF8-B21E-FE49-8C02-F2AC1F8A392B}">
      <dgm:prSet phldrT="[Texto]"/>
      <dgm:spPr/>
      <dgm:t>
        <a:bodyPr/>
        <a:lstStyle/>
        <a:p>
          <a:r>
            <a:rPr lang="es-MX" dirty="0"/>
            <a:t>Heidy Carranza</a:t>
          </a:r>
        </a:p>
      </dgm:t>
    </dgm:pt>
    <dgm:pt modelId="{CF68F40F-3533-0940-B1FB-E6A48954D418}" type="parTrans" cxnId="{44FF9292-0447-4D4C-8428-F0D8DB68282E}">
      <dgm:prSet/>
      <dgm:spPr/>
      <dgm:t>
        <a:bodyPr/>
        <a:lstStyle/>
        <a:p>
          <a:endParaRPr lang="es-MX"/>
        </a:p>
      </dgm:t>
    </dgm:pt>
    <dgm:pt modelId="{BD956846-70C4-0C4F-AFFA-D9517253DD0E}" type="sibTrans" cxnId="{44FF9292-0447-4D4C-8428-F0D8DB68282E}">
      <dgm:prSet custT="1"/>
      <dgm:spPr/>
      <dgm:t>
        <a:bodyPr/>
        <a:lstStyle/>
        <a:p>
          <a:r>
            <a:rPr lang="es-MX" sz="1800" dirty="0"/>
            <a:t>SUBDIRECTORA ADMINISTRACIÓN</a:t>
          </a:r>
        </a:p>
      </dgm:t>
    </dgm:pt>
    <dgm:pt modelId="{00546949-3D34-4B44-9684-C29738D5E4C8}" type="pres">
      <dgm:prSet presAssocID="{511F6B7B-84C2-1B41-B4C8-E7237127F58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1CA72D1-1CC1-7245-8F81-94D4EE4F3DE1}" type="pres">
      <dgm:prSet presAssocID="{DF86B5AF-433C-324B-B401-715F7BF3A706}" presName="hierRoot1" presStyleCnt="0">
        <dgm:presLayoutVars>
          <dgm:hierBranch val="init"/>
        </dgm:presLayoutVars>
      </dgm:prSet>
      <dgm:spPr/>
    </dgm:pt>
    <dgm:pt modelId="{48308D62-0B56-9449-B88C-FE5379A12B36}" type="pres">
      <dgm:prSet presAssocID="{DF86B5AF-433C-324B-B401-715F7BF3A706}" presName="rootComposite1" presStyleCnt="0"/>
      <dgm:spPr/>
    </dgm:pt>
    <dgm:pt modelId="{8C273630-5BE0-5E47-B9A6-6A9A03C52E13}" type="pres">
      <dgm:prSet presAssocID="{DF86B5AF-433C-324B-B401-715F7BF3A706}" presName="rootText1" presStyleLbl="node0" presStyleIdx="0" presStyleCnt="1">
        <dgm:presLayoutVars>
          <dgm:chMax/>
          <dgm:chPref val="3"/>
        </dgm:presLayoutVars>
      </dgm:prSet>
      <dgm:spPr/>
    </dgm:pt>
    <dgm:pt modelId="{E8FDDCD8-4A98-3445-AED9-6FCCF799F90F}" type="pres">
      <dgm:prSet presAssocID="{DF86B5AF-433C-324B-B401-715F7BF3A706}" presName="titleText1" presStyleLbl="fgAcc0" presStyleIdx="0" presStyleCnt="1" custLinFactNeighborX="1991">
        <dgm:presLayoutVars>
          <dgm:chMax val="0"/>
          <dgm:chPref val="0"/>
        </dgm:presLayoutVars>
      </dgm:prSet>
      <dgm:spPr/>
    </dgm:pt>
    <dgm:pt modelId="{65459B91-A7CD-0A4C-B100-F223EBA7B68A}" type="pres">
      <dgm:prSet presAssocID="{DF86B5AF-433C-324B-B401-715F7BF3A706}" presName="rootConnector1" presStyleLbl="node1" presStyleIdx="0" presStyleCnt="3"/>
      <dgm:spPr/>
    </dgm:pt>
    <dgm:pt modelId="{054E04F1-9EF4-7244-B136-1A338D4D355B}" type="pres">
      <dgm:prSet presAssocID="{DF86B5AF-433C-324B-B401-715F7BF3A706}" presName="hierChild2" presStyleCnt="0"/>
      <dgm:spPr/>
    </dgm:pt>
    <dgm:pt modelId="{49823449-53E4-3E40-83B3-D2D43CE1051C}" type="pres">
      <dgm:prSet presAssocID="{E8118F05-AE4C-A642-91F4-BADC6C2359D1}" presName="Name37" presStyleLbl="parChTrans1D2" presStyleIdx="0" presStyleCnt="1"/>
      <dgm:spPr/>
    </dgm:pt>
    <dgm:pt modelId="{A5BC9267-A31F-EC48-AA50-1CF8A43A3F88}" type="pres">
      <dgm:prSet presAssocID="{2841C097-3D35-274E-B53D-820AE5F9903C}" presName="hierRoot2" presStyleCnt="0">
        <dgm:presLayoutVars>
          <dgm:hierBranch val="init"/>
        </dgm:presLayoutVars>
      </dgm:prSet>
      <dgm:spPr/>
    </dgm:pt>
    <dgm:pt modelId="{8F9DEFA9-0D6B-CE44-9A2A-2B2C68364B52}" type="pres">
      <dgm:prSet presAssocID="{2841C097-3D35-274E-B53D-820AE5F9903C}" presName="rootComposite" presStyleCnt="0"/>
      <dgm:spPr/>
    </dgm:pt>
    <dgm:pt modelId="{381F3237-23C7-8E42-AEAB-37C2F378477A}" type="pres">
      <dgm:prSet presAssocID="{2841C097-3D35-274E-B53D-820AE5F9903C}" presName="rootText" presStyleLbl="node1" presStyleIdx="0" presStyleCnt="3">
        <dgm:presLayoutVars>
          <dgm:chMax/>
          <dgm:chPref val="3"/>
        </dgm:presLayoutVars>
      </dgm:prSet>
      <dgm:spPr/>
    </dgm:pt>
    <dgm:pt modelId="{2B8B9F9E-332A-E04F-B585-658881326843}" type="pres">
      <dgm:prSet presAssocID="{2841C097-3D35-274E-B53D-820AE5F9903C}" presName="titleText2" presStyleLbl="fgAcc1" presStyleIdx="0" presStyleCnt="3">
        <dgm:presLayoutVars>
          <dgm:chMax val="0"/>
          <dgm:chPref val="0"/>
        </dgm:presLayoutVars>
      </dgm:prSet>
      <dgm:spPr/>
    </dgm:pt>
    <dgm:pt modelId="{4C878AC1-163B-C446-BBC1-FAF6E3E95F16}" type="pres">
      <dgm:prSet presAssocID="{2841C097-3D35-274E-B53D-820AE5F9903C}" presName="rootConnector" presStyleLbl="node2" presStyleIdx="0" presStyleCnt="0"/>
      <dgm:spPr/>
    </dgm:pt>
    <dgm:pt modelId="{531CB009-2778-9743-97E6-40899B6DA485}" type="pres">
      <dgm:prSet presAssocID="{2841C097-3D35-274E-B53D-820AE5F9903C}" presName="hierChild4" presStyleCnt="0"/>
      <dgm:spPr/>
    </dgm:pt>
    <dgm:pt modelId="{B1949753-43A0-314E-8320-4BDAA0630445}" type="pres">
      <dgm:prSet presAssocID="{CF68F40F-3533-0940-B1FB-E6A48954D418}" presName="Name37" presStyleLbl="parChTrans1D3" presStyleIdx="0" presStyleCnt="2"/>
      <dgm:spPr/>
    </dgm:pt>
    <dgm:pt modelId="{3E2900AC-457A-A54D-98F3-DB7E68C94BC2}" type="pres">
      <dgm:prSet presAssocID="{A1BD9AF8-B21E-FE49-8C02-F2AC1F8A392B}" presName="hierRoot2" presStyleCnt="0">
        <dgm:presLayoutVars>
          <dgm:hierBranch val="init"/>
        </dgm:presLayoutVars>
      </dgm:prSet>
      <dgm:spPr/>
    </dgm:pt>
    <dgm:pt modelId="{FDEF249B-9E9C-1A44-87BF-1705F30BA9BC}" type="pres">
      <dgm:prSet presAssocID="{A1BD9AF8-B21E-FE49-8C02-F2AC1F8A392B}" presName="rootComposite" presStyleCnt="0"/>
      <dgm:spPr/>
    </dgm:pt>
    <dgm:pt modelId="{6781261E-DB74-2C49-9AEF-D0DC86FB6A39}" type="pres">
      <dgm:prSet presAssocID="{A1BD9AF8-B21E-FE49-8C02-F2AC1F8A392B}" presName="rootText" presStyleLbl="node1" presStyleIdx="1" presStyleCnt="3" custScaleX="128312">
        <dgm:presLayoutVars>
          <dgm:chMax/>
          <dgm:chPref val="3"/>
        </dgm:presLayoutVars>
      </dgm:prSet>
      <dgm:spPr/>
    </dgm:pt>
    <dgm:pt modelId="{446BC197-D01B-2546-8D9C-862101C86992}" type="pres">
      <dgm:prSet presAssocID="{A1BD9AF8-B21E-FE49-8C02-F2AC1F8A392B}" presName="titleText2" presStyleLbl="fgAcc1" presStyleIdx="1" presStyleCnt="3" custScaleY="162592">
        <dgm:presLayoutVars>
          <dgm:chMax val="0"/>
          <dgm:chPref val="0"/>
        </dgm:presLayoutVars>
      </dgm:prSet>
      <dgm:spPr/>
    </dgm:pt>
    <dgm:pt modelId="{AF1A92C1-A1CF-D449-854F-CD98DF791828}" type="pres">
      <dgm:prSet presAssocID="{A1BD9AF8-B21E-FE49-8C02-F2AC1F8A392B}" presName="rootConnector" presStyleLbl="node3" presStyleIdx="0" presStyleCnt="0"/>
      <dgm:spPr/>
    </dgm:pt>
    <dgm:pt modelId="{946D048D-6B15-A649-A01E-373AA07A6F1B}" type="pres">
      <dgm:prSet presAssocID="{A1BD9AF8-B21E-FE49-8C02-F2AC1F8A392B}" presName="hierChild4" presStyleCnt="0"/>
      <dgm:spPr/>
    </dgm:pt>
    <dgm:pt modelId="{FC44F8CB-F5D9-D049-8B5E-B83EB2727D31}" type="pres">
      <dgm:prSet presAssocID="{A1BD9AF8-B21E-FE49-8C02-F2AC1F8A392B}" presName="hierChild5" presStyleCnt="0"/>
      <dgm:spPr/>
    </dgm:pt>
    <dgm:pt modelId="{DFB932D8-3E54-0649-AB1E-53DF80A5CA68}" type="pres">
      <dgm:prSet presAssocID="{D1C64610-F106-2040-955A-6E8C1532656A}" presName="Name37" presStyleLbl="parChTrans1D3" presStyleIdx="1" presStyleCnt="2"/>
      <dgm:spPr/>
    </dgm:pt>
    <dgm:pt modelId="{276A8E2B-0E51-2A41-BCFD-A27B3DC82C73}" type="pres">
      <dgm:prSet presAssocID="{57E7EC53-AEFE-2B41-939C-ABE4F370EAAE}" presName="hierRoot2" presStyleCnt="0">
        <dgm:presLayoutVars>
          <dgm:hierBranch val="init"/>
        </dgm:presLayoutVars>
      </dgm:prSet>
      <dgm:spPr/>
    </dgm:pt>
    <dgm:pt modelId="{7EC92BE6-8879-F445-AA5E-97EF824424B0}" type="pres">
      <dgm:prSet presAssocID="{57E7EC53-AEFE-2B41-939C-ABE4F370EAAE}" presName="rootComposite" presStyleCnt="0"/>
      <dgm:spPr/>
    </dgm:pt>
    <dgm:pt modelId="{F5E587F4-B012-A048-88FB-2521C87733C6}" type="pres">
      <dgm:prSet presAssocID="{57E7EC53-AEFE-2B41-939C-ABE4F370EAAE}" presName="rootText" presStyleLbl="node1" presStyleIdx="2" presStyleCnt="3" custScaleX="145291">
        <dgm:presLayoutVars>
          <dgm:chMax/>
          <dgm:chPref val="3"/>
        </dgm:presLayoutVars>
      </dgm:prSet>
      <dgm:spPr/>
    </dgm:pt>
    <dgm:pt modelId="{9D70C097-7F5B-944C-98C3-1CFDAB663205}" type="pres">
      <dgm:prSet presAssocID="{57E7EC53-AEFE-2B41-939C-ABE4F370EAAE}" presName="titleText2" presStyleLbl="fgAcc1" presStyleIdx="2" presStyleCnt="3" custScaleY="181204" custLinFactNeighborY="3795">
        <dgm:presLayoutVars>
          <dgm:chMax val="0"/>
          <dgm:chPref val="0"/>
        </dgm:presLayoutVars>
      </dgm:prSet>
      <dgm:spPr/>
    </dgm:pt>
    <dgm:pt modelId="{A3882A67-D48D-6042-B193-B232309B574C}" type="pres">
      <dgm:prSet presAssocID="{57E7EC53-AEFE-2B41-939C-ABE4F370EAAE}" presName="rootConnector" presStyleLbl="node3" presStyleIdx="0" presStyleCnt="0"/>
      <dgm:spPr/>
    </dgm:pt>
    <dgm:pt modelId="{52099870-01C5-2941-AC44-1FF2D1FF75EE}" type="pres">
      <dgm:prSet presAssocID="{57E7EC53-AEFE-2B41-939C-ABE4F370EAAE}" presName="hierChild4" presStyleCnt="0"/>
      <dgm:spPr/>
    </dgm:pt>
    <dgm:pt modelId="{5AB9DDC7-D459-224F-95B2-6432F9860EF3}" type="pres">
      <dgm:prSet presAssocID="{57E7EC53-AEFE-2B41-939C-ABE4F370EAAE}" presName="hierChild5" presStyleCnt="0"/>
      <dgm:spPr/>
    </dgm:pt>
    <dgm:pt modelId="{034CF81D-3008-744B-9F3B-7C8144B0F49E}" type="pres">
      <dgm:prSet presAssocID="{2841C097-3D35-274E-B53D-820AE5F9903C}" presName="hierChild5" presStyleCnt="0"/>
      <dgm:spPr/>
    </dgm:pt>
    <dgm:pt modelId="{112381FE-6F5C-F741-BBA6-EAC77B9ED331}" type="pres">
      <dgm:prSet presAssocID="{DF86B5AF-433C-324B-B401-715F7BF3A706}" presName="hierChild3" presStyleCnt="0"/>
      <dgm:spPr/>
    </dgm:pt>
  </dgm:ptLst>
  <dgm:cxnLst>
    <dgm:cxn modelId="{D103B715-8452-2B40-9A12-4B4562D067C1}" srcId="{DF86B5AF-433C-324B-B401-715F7BF3A706}" destId="{2841C097-3D35-274E-B53D-820AE5F9903C}" srcOrd="0" destOrd="0" parTransId="{E8118F05-AE4C-A642-91F4-BADC6C2359D1}" sibTransId="{4FC81491-D8A1-7944-8FC1-79D298F6CDD9}"/>
    <dgm:cxn modelId="{0DE71018-D3EB-3B46-B903-9A0FE1DA7811}" type="presOf" srcId="{511F6B7B-84C2-1B41-B4C8-E7237127F58C}" destId="{00546949-3D34-4B44-9684-C29738D5E4C8}" srcOrd="0" destOrd="0" presId="urn:microsoft.com/office/officeart/2008/layout/NameandTitleOrganizationalChart"/>
    <dgm:cxn modelId="{29BA4719-F6EC-0D44-9731-6D183A74755B}" type="presOf" srcId="{BD956846-70C4-0C4F-AFFA-D9517253DD0E}" destId="{446BC197-D01B-2546-8D9C-862101C86992}" srcOrd="0" destOrd="0" presId="urn:microsoft.com/office/officeart/2008/layout/NameandTitleOrganizationalChart"/>
    <dgm:cxn modelId="{3F29D926-0896-8449-98B2-1CDB867C187A}" type="presOf" srcId="{A1BD9AF8-B21E-FE49-8C02-F2AC1F8A392B}" destId="{6781261E-DB74-2C49-9AEF-D0DC86FB6A39}" srcOrd="0" destOrd="0" presId="urn:microsoft.com/office/officeart/2008/layout/NameandTitleOrganizationalChart"/>
    <dgm:cxn modelId="{0B28002E-557D-2945-B3CA-76C9B9F44A04}" type="presOf" srcId="{2841C097-3D35-274E-B53D-820AE5F9903C}" destId="{4C878AC1-163B-C446-BBC1-FAF6E3E95F16}" srcOrd="1" destOrd="0" presId="urn:microsoft.com/office/officeart/2008/layout/NameandTitleOrganizationalChart"/>
    <dgm:cxn modelId="{72D4B433-74F9-3540-BDA2-DF7178FCC444}" type="presOf" srcId="{A1BD9AF8-B21E-FE49-8C02-F2AC1F8A392B}" destId="{AF1A92C1-A1CF-D449-854F-CD98DF791828}" srcOrd="1" destOrd="0" presId="urn:microsoft.com/office/officeart/2008/layout/NameandTitleOrganizationalChart"/>
    <dgm:cxn modelId="{4697B437-967A-0C49-8A2E-AB2528263C03}" type="presOf" srcId="{4FC81491-D8A1-7944-8FC1-79D298F6CDD9}" destId="{2B8B9F9E-332A-E04F-B585-658881326843}" srcOrd="0" destOrd="0" presId="urn:microsoft.com/office/officeart/2008/layout/NameandTitleOrganizationalChart"/>
    <dgm:cxn modelId="{33266940-C5B2-2C43-BF40-2969E72EC92D}" type="presOf" srcId="{E8118F05-AE4C-A642-91F4-BADC6C2359D1}" destId="{49823449-53E4-3E40-83B3-D2D43CE1051C}" srcOrd="0" destOrd="0" presId="urn:microsoft.com/office/officeart/2008/layout/NameandTitleOrganizationalChart"/>
    <dgm:cxn modelId="{9E654E5B-6901-B843-919B-5E25F78BD7BB}" type="presOf" srcId="{57E7EC53-AEFE-2B41-939C-ABE4F370EAAE}" destId="{F5E587F4-B012-A048-88FB-2521C87733C6}" srcOrd="0" destOrd="0" presId="urn:microsoft.com/office/officeart/2008/layout/NameandTitleOrganizationalChart"/>
    <dgm:cxn modelId="{478F6E5F-355C-1747-B5E4-E3530A4CD35E}" type="presOf" srcId="{57E7EC53-AEFE-2B41-939C-ABE4F370EAAE}" destId="{A3882A67-D48D-6042-B193-B232309B574C}" srcOrd="1" destOrd="0" presId="urn:microsoft.com/office/officeart/2008/layout/NameandTitleOrganizationalChart"/>
    <dgm:cxn modelId="{D50F166B-D14A-9E44-A46B-5E2E749B9602}" type="presOf" srcId="{D1C64610-F106-2040-955A-6E8C1532656A}" destId="{DFB932D8-3E54-0649-AB1E-53DF80A5CA68}" srcOrd="0" destOrd="0" presId="urn:microsoft.com/office/officeart/2008/layout/NameandTitleOrganizationalChart"/>
    <dgm:cxn modelId="{C8DD1B51-243D-494D-8728-8E6BB21BF821}" type="presOf" srcId="{9FFDB1FC-0073-B04C-A4E7-F79BDCDB7F86}" destId="{E8FDDCD8-4A98-3445-AED9-6FCCF799F90F}" srcOrd="0" destOrd="0" presId="urn:microsoft.com/office/officeart/2008/layout/NameandTitleOrganizationalChart"/>
    <dgm:cxn modelId="{4D235C92-F4E8-B44A-975A-9A1A42C8F8D5}" srcId="{2841C097-3D35-274E-B53D-820AE5F9903C}" destId="{57E7EC53-AEFE-2B41-939C-ABE4F370EAAE}" srcOrd="1" destOrd="0" parTransId="{D1C64610-F106-2040-955A-6E8C1532656A}" sibTransId="{B421597C-25F2-794A-A78F-CED03B57C989}"/>
    <dgm:cxn modelId="{44FF9292-0447-4D4C-8428-F0D8DB68282E}" srcId="{2841C097-3D35-274E-B53D-820AE5F9903C}" destId="{A1BD9AF8-B21E-FE49-8C02-F2AC1F8A392B}" srcOrd="0" destOrd="0" parTransId="{CF68F40F-3533-0940-B1FB-E6A48954D418}" sibTransId="{BD956846-70C4-0C4F-AFFA-D9517253DD0E}"/>
    <dgm:cxn modelId="{8B93CD9C-6E5C-9F40-9D5D-D4EC9CBD40AF}" type="presOf" srcId="{DF86B5AF-433C-324B-B401-715F7BF3A706}" destId="{65459B91-A7CD-0A4C-B100-F223EBA7B68A}" srcOrd="1" destOrd="0" presId="urn:microsoft.com/office/officeart/2008/layout/NameandTitleOrganizationalChart"/>
    <dgm:cxn modelId="{56CA7CC3-3576-1A4C-9F1A-F4DB5DCF6E4A}" type="presOf" srcId="{B421597C-25F2-794A-A78F-CED03B57C989}" destId="{9D70C097-7F5B-944C-98C3-1CFDAB663205}" srcOrd="0" destOrd="0" presId="urn:microsoft.com/office/officeart/2008/layout/NameandTitleOrganizationalChart"/>
    <dgm:cxn modelId="{4150D1D2-4CFD-5E41-BB3D-A23D003C7728}" type="presOf" srcId="{2841C097-3D35-274E-B53D-820AE5F9903C}" destId="{381F3237-23C7-8E42-AEAB-37C2F378477A}" srcOrd="0" destOrd="0" presId="urn:microsoft.com/office/officeart/2008/layout/NameandTitleOrganizationalChart"/>
    <dgm:cxn modelId="{32E4EDD3-9A29-3D44-8D90-C7AC07CED6F0}" srcId="{511F6B7B-84C2-1B41-B4C8-E7237127F58C}" destId="{DF86B5AF-433C-324B-B401-715F7BF3A706}" srcOrd="0" destOrd="0" parTransId="{D0F1BFC7-67ED-874C-AC32-E2187C625E6D}" sibTransId="{9FFDB1FC-0073-B04C-A4E7-F79BDCDB7F86}"/>
    <dgm:cxn modelId="{BD01E8DC-FE24-6745-AF14-623C530440A8}" type="presOf" srcId="{CF68F40F-3533-0940-B1FB-E6A48954D418}" destId="{B1949753-43A0-314E-8320-4BDAA0630445}" srcOrd="0" destOrd="0" presId="urn:microsoft.com/office/officeart/2008/layout/NameandTitleOrganizationalChart"/>
    <dgm:cxn modelId="{3EF5DEEF-FC4D-1242-A839-CE81C8658B75}" type="presOf" srcId="{DF86B5AF-433C-324B-B401-715F7BF3A706}" destId="{8C273630-5BE0-5E47-B9A6-6A9A03C52E13}" srcOrd="0" destOrd="0" presId="urn:microsoft.com/office/officeart/2008/layout/NameandTitleOrganizationalChart"/>
    <dgm:cxn modelId="{119DD4CA-72BC-F946-A4F6-6D77C84514DB}" type="presParOf" srcId="{00546949-3D34-4B44-9684-C29738D5E4C8}" destId="{81CA72D1-1CC1-7245-8F81-94D4EE4F3DE1}" srcOrd="0" destOrd="0" presId="urn:microsoft.com/office/officeart/2008/layout/NameandTitleOrganizationalChart"/>
    <dgm:cxn modelId="{ED01F36A-F0DC-7347-B41D-6F2525D9CFEB}" type="presParOf" srcId="{81CA72D1-1CC1-7245-8F81-94D4EE4F3DE1}" destId="{48308D62-0B56-9449-B88C-FE5379A12B36}" srcOrd="0" destOrd="0" presId="urn:microsoft.com/office/officeart/2008/layout/NameandTitleOrganizationalChart"/>
    <dgm:cxn modelId="{70FBBE6E-BA9B-5F46-B151-CDC30750B544}" type="presParOf" srcId="{48308D62-0B56-9449-B88C-FE5379A12B36}" destId="{8C273630-5BE0-5E47-B9A6-6A9A03C52E13}" srcOrd="0" destOrd="0" presId="urn:microsoft.com/office/officeart/2008/layout/NameandTitleOrganizationalChart"/>
    <dgm:cxn modelId="{5CEF51A5-423D-4647-BF40-1F986AACCA9E}" type="presParOf" srcId="{48308D62-0B56-9449-B88C-FE5379A12B36}" destId="{E8FDDCD8-4A98-3445-AED9-6FCCF799F90F}" srcOrd="1" destOrd="0" presId="urn:microsoft.com/office/officeart/2008/layout/NameandTitleOrganizationalChart"/>
    <dgm:cxn modelId="{DCA62257-3441-9D4C-9865-CAA2F7AD53A8}" type="presParOf" srcId="{48308D62-0B56-9449-B88C-FE5379A12B36}" destId="{65459B91-A7CD-0A4C-B100-F223EBA7B68A}" srcOrd="2" destOrd="0" presId="urn:microsoft.com/office/officeart/2008/layout/NameandTitleOrganizationalChart"/>
    <dgm:cxn modelId="{A34D488E-DD67-304C-9683-235BC5ED3B6D}" type="presParOf" srcId="{81CA72D1-1CC1-7245-8F81-94D4EE4F3DE1}" destId="{054E04F1-9EF4-7244-B136-1A338D4D355B}" srcOrd="1" destOrd="0" presId="urn:microsoft.com/office/officeart/2008/layout/NameandTitleOrganizationalChart"/>
    <dgm:cxn modelId="{B2C3F220-D952-CC41-A1C2-783E3D13D9EB}" type="presParOf" srcId="{054E04F1-9EF4-7244-B136-1A338D4D355B}" destId="{49823449-53E4-3E40-83B3-D2D43CE1051C}" srcOrd="0" destOrd="0" presId="urn:microsoft.com/office/officeart/2008/layout/NameandTitleOrganizationalChart"/>
    <dgm:cxn modelId="{AA836959-30D9-D841-913F-7FB45E169253}" type="presParOf" srcId="{054E04F1-9EF4-7244-B136-1A338D4D355B}" destId="{A5BC9267-A31F-EC48-AA50-1CF8A43A3F88}" srcOrd="1" destOrd="0" presId="urn:microsoft.com/office/officeart/2008/layout/NameandTitleOrganizationalChart"/>
    <dgm:cxn modelId="{D3376225-39C1-6E42-B4F5-848AC273C50A}" type="presParOf" srcId="{A5BC9267-A31F-EC48-AA50-1CF8A43A3F88}" destId="{8F9DEFA9-0D6B-CE44-9A2A-2B2C68364B52}" srcOrd="0" destOrd="0" presId="urn:microsoft.com/office/officeart/2008/layout/NameandTitleOrganizationalChart"/>
    <dgm:cxn modelId="{C28E9BBD-4172-7D46-9EFB-665B49F4CFE7}" type="presParOf" srcId="{8F9DEFA9-0D6B-CE44-9A2A-2B2C68364B52}" destId="{381F3237-23C7-8E42-AEAB-37C2F378477A}" srcOrd="0" destOrd="0" presId="urn:microsoft.com/office/officeart/2008/layout/NameandTitleOrganizationalChart"/>
    <dgm:cxn modelId="{C21D6E35-85D8-804B-9855-658DB07A88A2}" type="presParOf" srcId="{8F9DEFA9-0D6B-CE44-9A2A-2B2C68364B52}" destId="{2B8B9F9E-332A-E04F-B585-658881326843}" srcOrd="1" destOrd="0" presId="urn:microsoft.com/office/officeart/2008/layout/NameandTitleOrganizationalChart"/>
    <dgm:cxn modelId="{C4A55638-B6D1-1A46-BD92-A0501034F758}" type="presParOf" srcId="{8F9DEFA9-0D6B-CE44-9A2A-2B2C68364B52}" destId="{4C878AC1-163B-C446-BBC1-FAF6E3E95F16}" srcOrd="2" destOrd="0" presId="urn:microsoft.com/office/officeart/2008/layout/NameandTitleOrganizationalChart"/>
    <dgm:cxn modelId="{B2D11560-88EF-104A-99D3-2E11D7629AF0}" type="presParOf" srcId="{A5BC9267-A31F-EC48-AA50-1CF8A43A3F88}" destId="{531CB009-2778-9743-97E6-40899B6DA485}" srcOrd="1" destOrd="0" presId="urn:microsoft.com/office/officeart/2008/layout/NameandTitleOrganizationalChart"/>
    <dgm:cxn modelId="{BA2C59C5-FFEF-9145-96CE-EB9F8DB9A739}" type="presParOf" srcId="{531CB009-2778-9743-97E6-40899B6DA485}" destId="{B1949753-43A0-314E-8320-4BDAA0630445}" srcOrd="0" destOrd="0" presId="urn:microsoft.com/office/officeart/2008/layout/NameandTitleOrganizationalChart"/>
    <dgm:cxn modelId="{0CA32644-AC42-AE47-865C-B8C9B4EDB391}" type="presParOf" srcId="{531CB009-2778-9743-97E6-40899B6DA485}" destId="{3E2900AC-457A-A54D-98F3-DB7E68C94BC2}" srcOrd="1" destOrd="0" presId="urn:microsoft.com/office/officeart/2008/layout/NameandTitleOrganizationalChart"/>
    <dgm:cxn modelId="{C53E77EE-2D84-D542-A5FB-AA0C1203CCFF}" type="presParOf" srcId="{3E2900AC-457A-A54D-98F3-DB7E68C94BC2}" destId="{FDEF249B-9E9C-1A44-87BF-1705F30BA9BC}" srcOrd="0" destOrd="0" presId="urn:microsoft.com/office/officeart/2008/layout/NameandTitleOrganizationalChart"/>
    <dgm:cxn modelId="{AFF1653D-8F68-744B-BED7-3073941290C2}" type="presParOf" srcId="{FDEF249B-9E9C-1A44-87BF-1705F30BA9BC}" destId="{6781261E-DB74-2C49-9AEF-D0DC86FB6A39}" srcOrd="0" destOrd="0" presId="urn:microsoft.com/office/officeart/2008/layout/NameandTitleOrganizationalChart"/>
    <dgm:cxn modelId="{5CBE6EEC-3DD4-C54C-A04A-FF6DD4F52E8A}" type="presParOf" srcId="{FDEF249B-9E9C-1A44-87BF-1705F30BA9BC}" destId="{446BC197-D01B-2546-8D9C-862101C86992}" srcOrd="1" destOrd="0" presId="urn:microsoft.com/office/officeart/2008/layout/NameandTitleOrganizationalChart"/>
    <dgm:cxn modelId="{C270DC55-0234-2E4D-A4E4-B96F27C1F700}" type="presParOf" srcId="{FDEF249B-9E9C-1A44-87BF-1705F30BA9BC}" destId="{AF1A92C1-A1CF-D449-854F-CD98DF791828}" srcOrd="2" destOrd="0" presId="urn:microsoft.com/office/officeart/2008/layout/NameandTitleOrganizationalChart"/>
    <dgm:cxn modelId="{CAD7B451-79B9-A940-AE68-828F4336178F}" type="presParOf" srcId="{3E2900AC-457A-A54D-98F3-DB7E68C94BC2}" destId="{946D048D-6B15-A649-A01E-373AA07A6F1B}" srcOrd="1" destOrd="0" presId="urn:microsoft.com/office/officeart/2008/layout/NameandTitleOrganizationalChart"/>
    <dgm:cxn modelId="{FA0BF31A-B39A-2E44-BFD7-6B47FBE8F6AF}" type="presParOf" srcId="{3E2900AC-457A-A54D-98F3-DB7E68C94BC2}" destId="{FC44F8CB-F5D9-D049-8B5E-B83EB2727D31}" srcOrd="2" destOrd="0" presId="urn:microsoft.com/office/officeart/2008/layout/NameandTitleOrganizationalChart"/>
    <dgm:cxn modelId="{A1E17728-5413-E84B-A408-391B441D35B8}" type="presParOf" srcId="{531CB009-2778-9743-97E6-40899B6DA485}" destId="{DFB932D8-3E54-0649-AB1E-53DF80A5CA68}" srcOrd="2" destOrd="0" presId="urn:microsoft.com/office/officeart/2008/layout/NameandTitleOrganizationalChart"/>
    <dgm:cxn modelId="{EDC83D40-F46C-E147-A97D-089059905CED}" type="presParOf" srcId="{531CB009-2778-9743-97E6-40899B6DA485}" destId="{276A8E2B-0E51-2A41-BCFD-A27B3DC82C73}" srcOrd="3" destOrd="0" presId="urn:microsoft.com/office/officeart/2008/layout/NameandTitleOrganizationalChart"/>
    <dgm:cxn modelId="{B82FEF5E-2B95-594C-A6D6-73AED6CA1EE7}" type="presParOf" srcId="{276A8E2B-0E51-2A41-BCFD-A27B3DC82C73}" destId="{7EC92BE6-8879-F445-AA5E-97EF824424B0}" srcOrd="0" destOrd="0" presId="urn:microsoft.com/office/officeart/2008/layout/NameandTitleOrganizationalChart"/>
    <dgm:cxn modelId="{AAFF3C2E-7BE8-AC49-86C3-0FE0D07E57D8}" type="presParOf" srcId="{7EC92BE6-8879-F445-AA5E-97EF824424B0}" destId="{F5E587F4-B012-A048-88FB-2521C87733C6}" srcOrd="0" destOrd="0" presId="urn:microsoft.com/office/officeart/2008/layout/NameandTitleOrganizationalChart"/>
    <dgm:cxn modelId="{162A7CD8-FD57-7847-82DA-9D288FC9A09C}" type="presParOf" srcId="{7EC92BE6-8879-F445-AA5E-97EF824424B0}" destId="{9D70C097-7F5B-944C-98C3-1CFDAB663205}" srcOrd="1" destOrd="0" presId="urn:microsoft.com/office/officeart/2008/layout/NameandTitleOrganizationalChart"/>
    <dgm:cxn modelId="{20F01A2F-03A8-944A-B762-66B274EFA85F}" type="presParOf" srcId="{7EC92BE6-8879-F445-AA5E-97EF824424B0}" destId="{A3882A67-D48D-6042-B193-B232309B574C}" srcOrd="2" destOrd="0" presId="urn:microsoft.com/office/officeart/2008/layout/NameandTitleOrganizationalChart"/>
    <dgm:cxn modelId="{810947E3-F79B-5549-8213-A3E92527D0A1}" type="presParOf" srcId="{276A8E2B-0E51-2A41-BCFD-A27B3DC82C73}" destId="{52099870-01C5-2941-AC44-1FF2D1FF75EE}" srcOrd="1" destOrd="0" presId="urn:microsoft.com/office/officeart/2008/layout/NameandTitleOrganizationalChart"/>
    <dgm:cxn modelId="{791377B8-6F97-7648-AF86-E6E9F00CC078}" type="presParOf" srcId="{276A8E2B-0E51-2A41-BCFD-A27B3DC82C73}" destId="{5AB9DDC7-D459-224F-95B2-6432F9860EF3}" srcOrd="2" destOrd="0" presId="urn:microsoft.com/office/officeart/2008/layout/NameandTitleOrganizationalChart"/>
    <dgm:cxn modelId="{F340A56E-8480-4449-91EF-0BFFC66FC86F}" type="presParOf" srcId="{A5BC9267-A31F-EC48-AA50-1CF8A43A3F88}" destId="{034CF81D-3008-744B-9F3B-7C8144B0F49E}" srcOrd="2" destOrd="0" presId="urn:microsoft.com/office/officeart/2008/layout/NameandTitleOrganizationalChart"/>
    <dgm:cxn modelId="{CED0BEF4-81D8-504F-902B-F912A360B1FA}" type="presParOf" srcId="{81CA72D1-1CC1-7245-8F81-94D4EE4F3DE1}" destId="{112381FE-6F5C-F741-BBA6-EAC77B9ED331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B932D8-3E54-0649-AB1E-53DF80A5CA68}">
      <dsp:nvSpPr>
        <dsp:cNvPr id="0" name=""/>
        <dsp:cNvSpPr/>
      </dsp:nvSpPr>
      <dsp:spPr>
        <a:xfrm>
          <a:off x="5307852" y="2922722"/>
          <a:ext cx="1778945" cy="6550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0528"/>
              </a:lnTo>
              <a:lnTo>
                <a:pt x="1778945" y="390528"/>
              </a:lnTo>
              <a:lnTo>
                <a:pt x="1778945" y="65508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949753-43A0-314E-8320-4BDAA0630445}">
      <dsp:nvSpPr>
        <dsp:cNvPr id="0" name=""/>
        <dsp:cNvSpPr/>
      </dsp:nvSpPr>
      <dsp:spPr>
        <a:xfrm>
          <a:off x="3561983" y="2922722"/>
          <a:ext cx="1745868" cy="655080"/>
        </a:xfrm>
        <a:custGeom>
          <a:avLst/>
          <a:gdLst/>
          <a:ahLst/>
          <a:cxnLst/>
          <a:rect l="0" t="0" r="0" b="0"/>
          <a:pathLst>
            <a:path>
              <a:moveTo>
                <a:pt x="1745868" y="0"/>
              </a:moveTo>
              <a:lnTo>
                <a:pt x="1745868" y="390528"/>
              </a:lnTo>
              <a:lnTo>
                <a:pt x="0" y="390528"/>
              </a:lnTo>
              <a:lnTo>
                <a:pt x="0" y="65508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823449-53E4-3E40-83B3-D2D43CE1051C}">
      <dsp:nvSpPr>
        <dsp:cNvPr id="0" name=""/>
        <dsp:cNvSpPr/>
      </dsp:nvSpPr>
      <dsp:spPr>
        <a:xfrm>
          <a:off x="5262132" y="1133848"/>
          <a:ext cx="91440" cy="65508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550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273630-5BE0-5E47-B9A6-6A9A03C52E13}">
      <dsp:nvSpPr>
        <dsp:cNvPr id="0" name=""/>
        <dsp:cNvSpPr/>
      </dsp:nvSpPr>
      <dsp:spPr>
        <a:xfrm>
          <a:off x="4212940" y="55"/>
          <a:ext cx="2189823" cy="1133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159991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/>
            <a:t>Marco Alvarado</a:t>
          </a:r>
          <a:endParaRPr lang="es-MX" sz="3400" kern="1200" dirty="0"/>
        </a:p>
      </dsp:txBody>
      <dsp:txXfrm>
        <a:off x="4212940" y="55"/>
        <a:ext cx="2189823" cy="1133793"/>
      </dsp:txXfrm>
    </dsp:sp>
    <dsp:sp modelId="{E8FDDCD8-4A98-3445-AED9-6FCCF799F90F}">
      <dsp:nvSpPr>
        <dsp:cNvPr id="0" name=""/>
        <dsp:cNvSpPr/>
      </dsp:nvSpPr>
      <dsp:spPr>
        <a:xfrm>
          <a:off x="4690144" y="881894"/>
          <a:ext cx="1970840" cy="37793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DECANO CIENCIAS SOCIALES </a:t>
          </a:r>
        </a:p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Y ECONÓMICAS</a:t>
          </a:r>
        </a:p>
      </dsp:txBody>
      <dsp:txXfrm>
        <a:off x="4690144" y="881894"/>
        <a:ext cx="1970840" cy="377931"/>
      </dsp:txXfrm>
    </dsp:sp>
    <dsp:sp modelId="{381F3237-23C7-8E42-AEAB-37C2F378477A}">
      <dsp:nvSpPr>
        <dsp:cNvPr id="0" name=""/>
        <dsp:cNvSpPr/>
      </dsp:nvSpPr>
      <dsp:spPr>
        <a:xfrm>
          <a:off x="4212940" y="1788929"/>
          <a:ext cx="2189823" cy="1133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159991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 dirty="0"/>
            <a:t>Dexter Mena</a:t>
          </a:r>
        </a:p>
      </dsp:txBody>
      <dsp:txXfrm>
        <a:off x="4212940" y="1788929"/>
        <a:ext cx="2189823" cy="1133793"/>
      </dsp:txXfrm>
    </dsp:sp>
    <dsp:sp modelId="{2B8B9F9E-332A-E04F-B585-658881326843}">
      <dsp:nvSpPr>
        <dsp:cNvPr id="0" name=""/>
        <dsp:cNvSpPr/>
      </dsp:nvSpPr>
      <dsp:spPr>
        <a:xfrm>
          <a:off x="4650905" y="2670768"/>
          <a:ext cx="1970840" cy="37793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15240" rIns="60960" bIns="1524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DIRECTOR</a:t>
          </a:r>
        </a:p>
      </dsp:txBody>
      <dsp:txXfrm>
        <a:off x="4650905" y="2670768"/>
        <a:ext cx="1970840" cy="377931"/>
      </dsp:txXfrm>
    </dsp:sp>
    <dsp:sp modelId="{6781261E-DB74-2C49-9AEF-D0DC86FB6A39}">
      <dsp:nvSpPr>
        <dsp:cNvPr id="0" name=""/>
        <dsp:cNvSpPr/>
      </dsp:nvSpPr>
      <dsp:spPr>
        <a:xfrm>
          <a:off x="2157080" y="3577803"/>
          <a:ext cx="2809805" cy="1133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159991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 dirty="0"/>
            <a:t>Heidy Carranza</a:t>
          </a:r>
        </a:p>
      </dsp:txBody>
      <dsp:txXfrm>
        <a:off x="2157080" y="3577803"/>
        <a:ext cx="2809805" cy="1133793"/>
      </dsp:txXfrm>
    </dsp:sp>
    <dsp:sp modelId="{446BC197-D01B-2546-8D9C-862101C86992}">
      <dsp:nvSpPr>
        <dsp:cNvPr id="0" name=""/>
        <dsp:cNvSpPr/>
      </dsp:nvSpPr>
      <dsp:spPr>
        <a:xfrm>
          <a:off x="2905036" y="4341365"/>
          <a:ext cx="1970840" cy="61448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11430" rIns="45720" bIns="1143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SUBDIRECTORA ADMINISTRACIÓN</a:t>
          </a:r>
        </a:p>
      </dsp:txBody>
      <dsp:txXfrm>
        <a:off x="2905036" y="4341365"/>
        <a:ext cx="1970840" cy="614485"/>
      </dsp:txXfrm>
    </dsp:sp>
    <dsp:sp modelId="{F5E587F4-B012-A048-88FB-2521C87733C6}">
      <dsp:nvSpPr>
        <dsp:cNvPr id="0" name=""/>
        <dsp:cNvSpPr/>
      </dsp:nvSpPr>
      <dsp:spPr>
        <a:xfrm>
          <a:off x="5495990" y="3577803"/>
          <a:ext cx="3181615" cy="1133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159991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 dirty="0"/>
            <a:t>Hannia Ramírez</a:t>
          </a:r>
        </a:p>
      </dsp:txBody>
      <dsp:txXfrm>
        <a:off x="5495990" y="3577803"/>
        <a:ext cx="3181615" cy="1133793"/>
      </dsp:txXfrm>
    </dsp:sp>
    <dsp:sp modelId="{9D70C097-7F5B-944C-98C3-1CFDAB663205}">
      <dsp:nvSpPr>
        <dsp:cNvPr id="0" name=""/>
        <dsp:cNvSpPr/>
      </dsp:nvSpPr>
      <dsp:spPr>
        <a:xfrm>
          <a:off x="6429851" y="4306250"/>
          <a:ext cx="1970840" cy="68482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11430" rIns="45720" bIns="1143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SUBDIRECTORA ECONOMÍA</a:t>
          </a:r>
        </a:p>
      </dsp:txBody>
      <dsp:txXfrm>
        <a:off x="6429851" y="4306250"/>
        <a:ext cx="1970840" cy="6848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690E02-228F-4EE4-B8DB-40CD5C605F12}" type="datetimeFigureOut">
              <a:rPr lang="es-CR" smtClean="0"/>
              <a:t>15/5/2026</a:t>
            </a:fld>
            <a:endParaRPr lang="es-C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678745-B1E6-4434-BB1A-E7B3F7352ADB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853189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667789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PYPL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PopularitY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Programming Language Index is created by analyzing how often language tutorials are searched on Google.</a:t>
            </a:r>
            <a:endParaRPr lang="es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678745-B1E6-4434-BB1A-E7B3F7352ADB}" type="slidenum">
              <a:rPr lang="es-CR" smtClean="0"/>
              <a:t>12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256147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5F2A3D7-D255-7DCD-6AEE-4A3CB82FF3F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435" t="3287" b="3287"/>
          <a:stretch/>
        </p:blipFill>
        <p:spPr>
          <a:xfrm>
            <a:off x="0" y="2494722"/>
            <a:ext cx="2600946" cy="956818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05F754BB-255D-0FE5-FB11-2E7D44DB33D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26443" y="1176898"/>
            <a:ext cx="7794913" cy="225210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000" b="1" i="0">
                <a:solidFill>
                  <a:schemeClr val="bg1"/>
                </a:solidFill>
                <a:latin typeface="Trust Sans Black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FFE5A59-DA03-60BF-23E2-491F1C0AB5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26444" y="4165636"/>
            <a:ext cx="7794912" cy="957689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Click to add subtitle</a:t>
            </a:r>
            <a:endParaRPr lang="es-CR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942F5F3-D9C5-32A4-1D88-43EF7BE18CE7}"/>
              </a:ext>
            </a:extLst>
          </p:cNvPr>
          <p:cNvCxnSpPr>
            <a:cxnSpLocks/>
          </p:cNvCxnSpPr>
          <p:nvPr userDrawn="1"/>
        </p:nvCxnSpPr>
        <p:spPr>
          <a:xfrm>
            <a:off x="2926444" y="3741684"/>
            <a:ext cx="7794913" cy="0"/>
          </a:xfrm>
          <a:prstGeom prst="line">
            <a:avLst/>
          </a:prstGeom>
          <a:ln w="76200" cap="rnd">
            <a:solidFill>
              <a:srgbClr val="FFD600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197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portada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43BE044-ED31-3F60-3A2F-7E880992B3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38200" y="2735376"/>
            <a:ext cx="1139757" cy="71234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A441604-9A2B-F58B-7730-B0BA9FF9D2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4452" y="2454966"/>
            <a:ext cx="7077635" cy="2057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600" b="1" i="0">
                <a:solidFill>
                  <a:schemeClr val="bg1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800499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portad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5D7F6B5-6E7F-9DFE-350A-5B76D265B4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33814" y="2735376"/>
            <a:ext cx="1139757" cy="712348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93C3988A-175F-3624-D13A-0B7D7469B5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4452" y="2454966"/>
            <a:ext cx="7077635" cy="2057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325400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90F0828-C61C-4406-DC2A-08D1B900E8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7444" y="585169"/>
            <a:ext cx="9807633" cy="871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3C64957B-02E4-9B5C-8E18-E36EA9BA263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sp>
        <p:nvSpPr>
          <p:cNvPr id="7" name="Marcador de contenido 3">
            <a:extLst>
              <a:ext uri="{FF2B5EF4-FFF2-40B4-BE49-F238E27FC236}">
                <a16:creationId xmlns:a16="http://schemas.microsoft.com/office/drawing/2014/main" id="{C6D7E9F4-35B6-1C90-CF52-751FB46A862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E37BC75-F084-050C-B722-406BB5C801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6394" y="655266"/>
            <a:ext cx="781050" cy="488156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278A961E-E13E-27B7-195D-9EA2B5A9AFBA}"/>
              </a:ext>
            </a:extLst>
          </p:cNvPr>
          <p:cNvCxnSpPr>
            <a:cxnSpLocks/>
          </p:cNvCxnSpPr>
          <p:nvPr userDrawn="1"/>
        </p:nvCxnSpPr>
        <p:spPr>
          <a:xfrm>
            <a:off x="586394" y="1677007"/>
            <a:ext cx="10192442" cy="0"/>
          </a:xfrm>
          <a:prstGeom prst="line">
            <a:avLst/>
          </a:prstGeom>
          <a:ln w="38100" cap="rnd">
            <a:solidFill>
              <a:srgbClr val="00B2E3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949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822B41A-10D2-12DC-7415-C3DFB5FFA59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94509" y="2526894"/>
            <a:ext cx="4420710" cy="268894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Click to add text </a:t>
            </a:r>
            <a:endParaRPr lang="es-C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EE44A15-0D2B-2A97-C607-CF9797EB1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4509" y="771305"/>
            <a:ext cx="4420710" cy="1520719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5" name="Marcador de posición de imagen 2">
            <a:extLst>
              <a:ext uri="{FF2B5EF4-FFF2-40B4-BE49-F238E27FC236}">
                <a16:creationId xmlns:a16="http://schemas.microsoft.com/office/drawing/2014/main" id="{740D23F4-F7F1-B2AC-63CE-98E96B87EDA7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5902036" y="771306"/>
            <a:ext cx="5453352" cy="4444534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Trust Sans" pitchFamily="2" charset="7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CR" dirty="0" err="1"/>
              <a:t>Click</a:t>
            </a:r>
            <a:r>
              <a:rPr lang="es-CR" dirty="0"/>
              <a:t> </a:t>
            </a:r>
            <a:r>
              <a:rPr lang="es-CR" dirty="0" err="1"/>
              <a:t>to</a:t>
            </a:r>
            <a:r>
              <a:rPr lang="es-CR" dirty="0"/>
              <a:t> </a:t>
            </a:r>
            <a:r>
              <a:rPr lang="es-CR" dirty="0" err="1"/>
              <a:t>add</a:t>
            </a:r>
            <a:r>
              <a:rPr lang="es-CR" dirty="0"/>
              <a:t> a </a:t>
            </a:r>
            <a:r>
              <a:rPr lang="es-CR" dirty="0" err="1"/>
              <a:t>image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082352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ítulo 2">
            <a:extLst>
              <a:ext uri="{FF2B5EF4-FFF2-40B4-BE49-F238E27FC236}">
                <a16:creationId xmlns:a16="http://schemas.microsoft.com/office/drawing/2014/main" id="{C70069F9-4D6A-A47A-AF4F-EED984AE3C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28928" y="2511123"/>
            <a:ext cx="4420710" cy="268894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Click to add text </a:t>
            </a:r>
            <a:endParaRPr lang="es-C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2FB0BBF-334E-02E6-E3B0-595FF2DA84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8928" y="755534"/>
            <a:ext cx="4420710" cy="1520719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7" name="Marcador de contenido 3">
            <a:extLst>
              <a:ext uri="{FF2B5EF4-FFF2-40B4-BE49-F238E27FC236}">
                <a16:creationId xmlns:a16="http://schemas.microsoft.com/office/drawing/2014/main" id="{9719F092-9774-93FA-2C6C-7F477253B24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42363" y="698733"/>
            <a:ext cx="4918364" cy="4444534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588962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do liso +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3588C353-EDDC-B884-9CAB-022D5154F4E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sp>
        <p:nvSpPr>
          <p:cNvPr id="6" name="Marcador de contenido 3">
            <a:extLst>
              <a:ext uri="{FF2B5EF4-FFF2-40B4-BE49-F238E27FC236}">
                <a16:creationId xmlns:a16="http://schemas.microsoft.com/office/drawing/2014/main" id="{5E2DD159-D272-5B1F-5E0C-14A3DC6252E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757F612-090F-A7EF-4E70-7AAD35CF72DC}"/>
              </a:ext>
            </a:extLst>
          </p:cNvPr>
          <p:cNvCxnSpPr>
            <a:cxnSpLocks/>
          </p:cNvCxnSpPr>
          <p:nvPr userDrawn="1"/>
        </p:nvCxnSpPr>
        <p:spPr>
          <a:xfrm>
            <a:off x="586394" y="1677007"/>
            <a:ext cx="10192442" cy="0"/>
          </a:xfrm>
          <a:prstGeom prst="line">
            <a:avLst/>
          </a:prstGeom>
          <a:ln w="38100" cap="rnd">
            <a:solidFill>
              <a:srgbClr val="00B2E3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1">
            <a:extLst>
              <a:ext uri="{FF2B5EF4-FFF2-40B4-BE49-F238E27FC236}">
                <a16:creationId xmlns:a16="http://schemas.microsoft.com/office/drawing/2014/main" id="{FC846CE2-3AED-AB04-9835-976A0147B7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7444" y="585169"/>
            <a:ext cx="9807633" cy="871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pic>
        <p:nvPicPr>
          <p:cNvPr id="11" name="Imagen 7">
            <a:extLst>
              <a:ext uri="{FF2B5EF4-FFF2-40B4-BE49-F238E27FC236}">
                <a16:creationId xmlns:a16="http://schemas.microsoft.com/office/drawing/2014/main" id="{A5B6BF07-8364-9FED-F612-95E99DC32A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6394" y="655266"/>
            <a:ext cx="781050" cy="48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565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ets (NO US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0F7BE623-D05C-AB7B-74E9-BF7866F7D4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2183" y="365125"/>
            <a:ext cx="98076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0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F3F1B8A1-C662-D115-0579-1F78DFAED100}"/>
              </a:ext>
            </a:extLst>
          </p:cNvPr>
          <p:cNvCxnSpPr>
            <a:cxnSpLocks/>
          </p:cNvCxnSpPr>
          <p:nvPr userDrawn="1"/>
        </p:nvCxnSpPr>
        <p:spPr>
          <a:xfrm>
            <a:off x="999779" y="1677007"/>
            <a:ext cx="10192442" cy="0"/>
          </a:xfrm>
          <a:prstGeom prst="line">
            <a:avLst/>
          </a:prstGeom>
          <a:ln w="38100" cap="rnd">
            <a:solidFill>
              <a:srgbClr val="00B2E3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011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ubportada1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0">
            <a:extLst>
              <a:ext uri="{FF2B5EF4-FFF2-40B4-BE49-F238E27FC236}">
                <a16:creationId xmlns:a16="http://schemas.microsoft.com/office/drawing/2014/main" id="{5250FC87-7BE0-64CD-5A1C-F02DACE6C0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8200" y="2686050"/>
            <a:ext cx="1139825" cy="711200"/>
          </a:xfrm>
          <a:prstGeom prst="rect">
            <a:avLst/>
          </a:prstGeom>
        </p:spPr>
      </p:pic>
      <p:pic>
        <p:nvPicPr>
          <p:cNvPr id="3" name="Imagen 13">
            <a:extLst>
              <a:ext uri="{FF2B5EF4-FFF2-40B4-BE49-F238E27FC236}">
                <a16:creationId xmlns:a16="http://schemas.microsoft.com/office/drawing/2014/main" id="{57B46863-8923-8669-6050-FFC1273C50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961563" y="5749925"/>
            <a:ext cx="1814512" cy="871538"/>
          </a:xfrm>
          <a:prstGeom prst="rect">
            <a:avLst/>
          </a:prstGeom>
        </p:spPr>
      </p:pic>
      <p:sp>
        <p:nvSpPr>
          <p:cNvPr id="9" name="Título 1"/>
          <p:cNvSpPr>
            <a:spLocks noGrp="1"/>
          </p:cNvSpPr>
          <p:nvPr>
            <p:ph type="ctrTitle"/>
          </p:nvPr>
        </p:nvSpPr>
        <p:spPr>
          <a:xfrm>
            <a:off x="2353235" y="2393265"/>
            <a:ext cx="7077635" cy="2393889"/>
          </a:xfrm>
        </p:spPr>
        <p:txBody>
          <a:bodyPr anchor="b">
            <a:normAutofit/>
          </a:bodyPr>
          <a:lstStyle>
            <a:lvl1pPr algn="l">
              <a:defRPr sz="8000" b="1" i="0">
                <a:solidFill>
                  <a:schemeClr val="bg1"/>
                </a:solidFill>
                <a:latin typeface="Trust Sans Bold" pitchFamily="2" charset="77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662436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ido3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2">
            <a:extLst>
              <a:ext uri="{FF2B5EF4-FFF2-40B4-BE49-F238E27FC236}">
                <a16:creationId xmlns:a16="http://schemas.microsoft.com/office/drawing/2014/main" id="{7003223E-159D-D7B9-9EE0-9AC1B6732E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29850" y="5894388"/>
            <a:ext cx="1514475" cy="727075"/>
          </a:xfrm>
          <a:prstGeom prst="rect">
            <a:avLst/>
          </a:prstGeom>
        </p:spPr>
      </p:pic>
      <p:sp>
        <p:nvSpPr>
          <p:cNvPr id="10" name="Subtítulo 2"/>
          <p:cNvSpPr>
            <a:spLocks noGrp="1"/>
          </p:cNvSpPr>
          <p:nvPr>
            <p:ph type="subTitle" idx="1"/>
          </p:nvPr>
        </p:nvSpPr>
        <p:spPr>
          <a:xfrm>
            <a:off x="1328928" y="3019123"/>
            <a:ext cx="4420710" cy="268894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R"/>
          </a:p>
        </p:txBody>
      </p:sp>
      <p:sp>
        <p:nvSpPr>
          <p:cNvPr id="11" name="Título 1"/>
          <p:cNvSpPr>
            <a:spLocks noGrp="1"/>
          </p:cNvSpPr>
          <p:nvPr>
            <p:ph type="title"/>
          </p:nvPr>
        </p:nvSpPr>
        <p:spPr>
          <a:xfrm>
            <a:off x="1328928" y="1263534"/>
            <a:ext cx="4420710" cy="1520719"/>
          </a:xfrm>
        </p:spPr>
        <p:txBody>
          <a:bodyPr>
            <a:normAutofit/>
          </a:bodyPr>
          <a:lstStyle>
            <a:lvl1pPr algn="ctr">
              <a:defRPr sz="3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12" name="Marcador de contenido 3"/>
          <p:cNvSpPr>
            <a:spLocks noGrp="1"/>
          </p:cNvSpPr>
          <p:nvPr>
            <p:ph sz="half" idx="2"/>
          </p:nvPr>
        </p:nvSpPr>
        <p:spPr>
          <a:xfrm>
            <a:off x="6442363" y="1206733"/>
            <a:ext cx="4918364" cy="4444534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931311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207931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ido2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2">
            <a:extLst>
              <a:ext uri="{FF2B5EF4-FFF2-40B4-BE49-F238E27FC236}">
                <a16:creationId xmlns:a16="http://schemas.microsoft.com/office/drawing/2014/main" id="{645A7A8D-CBED-7B77-5228-A8D06B5D20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29850" y="5894388"/>
            <a:ext cx="1514475" cy="727075"/>
          </a:xfrm>
          <a:prstGeom prst="rect">
            <a:avLst/>
          </a:prstGeom>
        </p:spPr>
      </p:pic>
      <p:sp>
        <p:nvSpPr>
          <p:cNvPr id="15" name="Subtítulo 2"/>
          <p:cNvSpPr>
            <a:spLocks noGrp="1"/>
          </p:cNvSpPr>
          <p:nvPr>
            <p:ph type="subTitle" idx="1"/>
          </p:nvPr>
        </p:nvSpPr>
        <p:spPr>
          <a:xfrm>
            <a:off x="1094509" y="2962322"/>
            <a:ext cx="4420710" cy="268894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1094509" y="1206733"/>
            <a:ext cx="4420710" cy="1520719"/>
          </a:xfrm>
        </p:spPr>
        <p:txBody>
          <a:bodyPr>
            <a:normAutofit/>
          </a:bodyPr>
          <a:lstStyle>
            <a:lvl1pPr algn="ctr">
              <a:defRPr sz="3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18" name="Marcador de posición de imagen 2"/>
          <p:cNvSpPr>
            <a:spLocks noGrp="1"/>
          </p:cNvSpPr>
          <p:nvPr>
            <p:ph type="pic" idx="10"/>
          </p:nvPr>
        </p:nvSpPr>
        <p:spPr>
          <a:xfrm>
            <a:off x="5902036" y="1206734"/>
            <a:ext cx="5453352" cy="4444534"/>
          </a:xfrm>
        </p:spPr>
        <p:txBody>
          <a:bodyPr rtlCol="0">
            <a:normAutofit/>
          </a:bodyPr>
          <a:lstStyle>
            <a:lvl1pPr marL="0" indent="0">
              <a:buNone/>
              <a:defRPr sz="2000" b="0" i="0">
                <a:latin typeface="Trust Sans" pitchFamily="2" charset="7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MX" noProof="0"/>
              <a:t>Haz clic en el icono para agregar una imagen</a:t>
            </a:r>
            <a:endParaRPr lang="es-CR" noProof="0"/>
          </a:p>
        </p:txBody>
      </p:sp>
    </p:spTree>
    <p:extLst>
      <p:ext uri="{BB962C8B-B14F-4D97-AF65-F5344CB8AC3E}">
        <p14:creationId xmlns:p14="http://schemas.microsoft.com/office/powerpoint/2010/main" val="187299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659041-7ADC-62BC-6910-5620613E9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0333AB-DD6B-8268-4367-48E815507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A3ADE5-809A-F847-849A-CF38205A1D8E}" type="datetimeFigureOut">
              <a:rPr lang="es-CR" smtClean="0"/>
              <a:t>15/5/2026</a:t>
            </a:fld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71165C-2410-72E9-B41A-2B2E95CD3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56CB7-7D20-A748-9388-BFDA1817F9B8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563156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1" r:id="rId3"/>
    <p:sldLayoutId id="2147483652" r:id="rId4"/>
    <p:sldLayoutId id="2147483653" r:id="rId5"/>
    <p:sldLayoutId id="2147483659" r:id="rId6"/>
    <p:sldLayoutId id="2147483656" r:id="rId7"/>
    <p:sldLayoutId id="2147483657" r:id="rId8"/>
    <p:sldLayoutId id="2147483660" r:id="rId9"/>
    <p:sldLayoutId id="2147483663" r:id="rId10"/>
    <p:sldLayoutId id="2147483664" r:id="rId11"/>
    <p:sldLayoutId id="214748366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20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9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1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dsalgado@ufidelitas.ac.cr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mailto:dsalgado@ufidelitas.ac.cr" TargetMode="Externa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tcueconomia@ufidelitas.ac.cr" TargetMode="External"/><Relationship Id="rId2" Type="http://schemas.openxmlformats.org/officeDocument/2006/relationships/hyperlink" Target="mailto:tcuadministracion@ufidelitas.ac.cr" TargetMode="Externa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4.png"/><Relationship Id="rId4" Type="http://schemas.openxmlformats.org/officeDocument/2006/relationships/hyperlink" Target="mailto:tfgadministracion@ufidelitas.ac.cr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37BA2ED-03A6-64B1-A460-86640E3E0D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s-CR" sz="4800" dirty="0">
                <a:solidFill>
                  <a:schemeClr val="bg1"/>
                </a:solidFill>
              </a:rPr>
              <a:t>Teoría Estadística y </a:t>
            </a:r>
            <a:r>
              <a:rPr lang="es-CR" sz="4800">
                <a:solidFill>
                  <a:schemeClr val="bg1"/>
                </a:solidFill>
              </a:rPr>
              <a:t>Métodos Cuantitativos </a:t>
            </a:r>
            <a:endParaRPr lang="es-CR" sz="4800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22B11D00-0642-76C8-3292-F75149E5AA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R" dirty="0"/>
              <a:t>Clase inicial</a:t>
            </a:r>
          </a:p>
          <a:p>
            <a:r>
              <a:rPr lang="es-CR" dirty="0"/>
              <a:t>Profesor: Fabián Brenes Trejos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1C7B05-9423-80AD-ABDC-E6E927A0E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Agenda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42AB4-C6E9-CFD1-1545-A52B284137FA}"/>
              </a:ext>
            </a:extLst>
          </p:cNvPr>
          <p:cNvSpPr txBox="1"/>
          <p:nvPr/>
        </p:nvSpPr>
        <p:spPr>
          <a:xfrm>
            <a:off x="1036320" y="1987296"/>
            <a:ext cx="103266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400" dirty="0"/>
              <a:t>Escuela de Economía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400" dirty="0"/>
              <a:t>Espacio para conocernos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400" dirty="0"/>
              <a:t>Revisar plan de estudio</a:t>
            </a:r>
          </a:p>
          <a:p>
            <a:endParaRPr lang="es-C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400" dirty="0"/>
              <a:t>Introducción a 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400" dirty="0"/>
              <a:t>Configuración de R</a:t>
            </a:r>
          </a:p>
        </p:txBody>
      </p:sp>
    </p:spTree>
    <p:extLst>
      <p:ext uri="{BB962C8B-B14F-4D97-AF65-F5344CB8AC3E}">
        <p14:creationId xmlns:p14="http://schemas.microsoft.com/office/powerpoint/2010/main" val="900078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7CD67-2936-9F62-AD8E-1168CF266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4C5450E-4F4B-53D7-CCFA-7F40F72B9B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s-CR" sz="4800" dirty="0"/>
              <a:t>Escuela Administración de Negocios y Economía</a:t>
            </a:r>
          </a:p>
        </p:txBody>
      </p:sp>
      <p:sp>
        <p:nvSpPr>
          <p:cNvPr id="4" name="Título 2">
            <a:extLst>
              <a:ext uri="{FF2B5EF4-FFF2-40B4-BE49-F238E27FC236}">
                <a16:creationId xmlns:a16="http://schemas.microsoft.com/office/drawing/2014/main" id="{94AD6398-367A-3625-75E4-33AC4924D834}"/>
              </a:ext>
            </a:extLst>
          </p:cNvPr>
          <p:cNvSpPr txBox="1">
            <a:spLocks/>
          </p:cNvSpPr>
          <p:nvPr/>
        </p:nvSpPr>
        <p:spPr bwMode="auto">
          <a:xfrm>
            <a:off x="2300072" y="3704611"/>
            <a:ext cx="7077635" cy="2393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000" b="1" i="0" kern="1200">
                <a:solidFill>
                  <a:schemeClr val="bg1"/>
                </a:solidFill>
                <a:latin typeface="Trust Sans Bold" pitchFamily="2" charset="77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s-CR" sz="4000" dirty="0">
                <a:latin typeface="Trust Sans Bold"/>
              </a:rPr>
              <a:t>Dirección y Coordinación</a:t>
            </a:r>
          </a:p>
        </p:txBody>
      </p:sp>
    </p:spTree>
    <p:extLst>
      <p:ext uri="{BB962C8B-B14F-4D97-AF65-F5344CB8AC3E}">
        <p14:creationId xmlns:p14="http://schemas.microsoft.com/office/powerpoint/2010/main" val="3558110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A95A7E57-D238-57AE-3C96-58445D3BC22F}"/>
              </a:ext>
            </a:extLst>
          </p:cNvPr>
          <p:cNvGraphicFramePr/>
          <p:nvPr/>
        </p:nvGraphicFramePr>
        <p:xfrm>
          <a:off x="1357312" y="1266848"/>
          <a:ext cx="10834687" cy="49910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Elipse 8">
            <a:extLst>
              <a:ext uri="{FF2B5EF4-FFF2-40B4-BE49-F238E27FC236}">
                <a16:creationId xmlns:a16="http://schemas.microsoft.com/office/drawing/2014/main" id="{81309969-D752-7217-9DC9-5A607AD52C62}"/>
              </a:ext>
            </a:extLst>
          </p:cNvPr>
          <p:cNvSpPr/>
          <p:nvPr/>
        </p:nvSpPr>
        <p:spPr>
          <a:xfrm>
            <a:off x="4125774" y="2410954"/>
            <a:ext cx="1591894" cy="1514474"/>
          </a:xfrm>
          <a:prstGeom prst="ellipse">
            <a:avLst/>
          </a:prstGeom>
          <a:blipFill>
            <a:blip r:embed="rId8"/>
            <a:stretch>
              <a:fillRect/>
            </a:stretch>
          </a:blip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6E13E3BF-B110-5664-BCCD-A41D7B5F3D70}"/>
              </a:ext>
            </a:extLst>
          </p:cNvPr>
          <p:cNvSpPr/>
          <p:nvPr/>
        </p:nvSpPr>
        <p:spPr>
          <a:xfrm>
            <a:off x="7563630" y="435850"/>
            <a:ext cx="1480357" cy="1450100"/>
          </a:xfrm>
          <a:prstGeom prst="ellipse">
            <a:avLst/>
          </a:prstGeom>
          <a:blipFill>
            <a:blip r:embed="rId9"/>
            <a:stretch>
              <a:fillRect/>
            </a:stretch>
          </a:blip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38CACBB-779E-C5EA-7DC4-FAE6089D3A5A}"/>
              </a:ext>
            </a:extLst>
          </p:cNvPr>
          <p:cNvSpPr/>
          <p:nvPr/>
        </p:nvSpPr>
        <p:spPr>
          <a:xfrm>
            <a:off x="505968" y="435850"/>
            <a:ext cx="79505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400" b="1" dirty="0">
                <a:ln>
                  <a:solidFill>
                    <a:schemeClr val="accent1"/>
                  </a:solidFill>
                </a:ln>
                <a:solidFill>
                  <a:srgbClr val="002060"/>
                </a:solidFill>
                <a:latin typeface="Arial" panose="020B0604020202020204" pitchFamily="34" charset="0"/>
              </a:rPr>
              <a:t>ESCUELA ADMINISTRACIÓN </a:t>
            </a:r>
          </a:p>
          <a:p>
            <a:pPr fontAlgn="base"/>
            <a:r>
              <a:rPr lang="en-US" sz="2400" b="1" dirty="0">
                <a:ln>
                  <a:solidFill>
                    <a:schemeClr val="accent1"/>
                  </a:solidFill>
                </a:ln>
                <a:solidFill>
                  <a:srgbClr val="002060"/>
                </a:solidFill>
                <a:latin typeface="Arial" panose="020B0604020202020204" pitchFamily="34" charset="0"/>
              </a:rPr>
              <a:t>DE NEGOCIOS y ECONOMÍA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5DB6626-A8E0-37B9-7B53-9F4C37EBAA78}"/>
              </a:ext>
            </a:extLst>
          </p:cNvPr>
          <p:cNvSpPr/>
          <p:nvPr/>
        </p:nvSpPr>
        <p:spPr>
          <a:xfrm>
            <a:off x="9877757" y="4833914"/>
            <a:ext cx="1591894" cy="1514475"/>
          </a:xfrm>
          <a:prstGeom prst="ellipse">
            <a:avLst/>
          </a:prstGeom>
          <a:blipFill>
            <a:blip r:embed="rId10"/>
            <a:stretch>
              <a:fillRect/>
            </a:stretch>
          </a:blip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D3E186A1-C324-560A-50BD-7E8E6D14EC87}"/>
              </a:ext>
            </a:extLst>
          </p:cNvPr>
          <p:cNvSpPr/>
          <p:nvPr/>
        </p:nvSpPr>
        <p:spPr>
          <a:xfrm>
            <a:off x="2004443" y="4076677"/>
            <a:ext cx="1591894" cy="1514475"/>
          </a:xfrm>
          <a:prstGeom prst="ellipse">
            <a:avLst/>
          </a:prstGeom>
          <a:blipFill>
            <a:blip r:embed="rId11"/>
            <a:stretch>
              <a:fillRect/>
            </a:stretch>
          </a:blip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D2D3F21B-7A18-1C24-BD2F-38F5D04FE4B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4138" y="208874"/>
            <a:ext cx="1591894" cy="89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82571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D257385E-C4B1-9DEF-E856-162493297D53}"/>
              </a:ext>
            </a:extLst>
          </p:cNvPr>
          <p:cNvSpPr/>
          <p:nvPr/>
        </p:nvSpPr>
        <p:spPr>
          <a:xfrm>
            <a:off x="4194857" y="381898"/>
            <a:ext cx="3738590" cy="3677716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9917DB74-FE7D-5CC7-E4ED-809DCF07FA63}"/>
              </a:ext>
            </a:extLst>
          </p:cNvPr>
          <p:cNvSpPr txBox="1"/>
          <p:nvPr/>
        </p:nvSpPr>
        <p:spPr>
          <a:xfrm>
            <a:off x="3754852" y="4447429"/>
            <a:ext cx="5233895" cy="110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20" rIns="45719" bIns="45720" anchor="t">
            <a:spAutoFit/>
          </a:bodyPr>
          <a:lstStyle>
            <a:lvl1pPr>
              <a:defRPr sz="4000" b="1" spc="200">
                <a:solidFill>
                  <a:srgbClr val="4A1371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 algn="ctr"/>
            <a:r>
              <a:rPr lang="en-US" sz="2400" dirty="0">
                <a:solidFill>
                  <a:srgbClr val="000F9F"/>
                </a:solidFill>
                <a:latin typeface="Trust Sans Bold"/>
              </a:rPr>
              <a:t>RONNEY ZAMORA LEIVA</a:t>
            </a:r>
          </a:p>
          <a:p>
            <a:pPr algn="ctr"/>
            <a:r>
              <a:rPr lang="en-US" sz="2400" b="0" dirty="0">
                <a:solidFill>
                  <a:srgbClr val="000F9F"/>
                </a:solidFill>
                <a:latin typeface="Trust Sans Bold"/>
                <a:hlinkClick r:id="rId3"/>
              </a:rPr>
              <a:t>rzamora@ufidelitas.ac.cr</a:t>
            </a:r>
            <a:endParaRPr lang="en-US" sz="2400" b="0" dirty="0">
              <a:solidFill>
                <a:srgbClr val="000F9F"/>
              </a:solidFill>
              <a:latin typeface="Trust Sans Bold"/>
            </a:endParaRPr>
          </a:p>
          <a:p>
            <a:pPr algn="ctr"/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11" name="Título 6">
            <a:extLst>
              <a:ext uri="{FF2B5EF4-FFF2-40B4-BE49-F238E27FC236}">
                <a16:creationId xmlns:a16="http://schemas.microsoft.com/office/drawing/2014/main" id="{1FCCFC87-C358-D503-2C3A-CCFB4100C5C4}"/>
              </a:ext>
            </a:extLst>
          </p:cNvPr>
          <p:cNvSpPr txBox="1">
            <a:spLocks/>
          </p:cNvSpPr>
          <p:nvPr/>
        </p:nvSpPr>
        <p:spPr bwMode="auto">
          <a:xfrm>
            <a:off x="3938790" y="5943240"/>
            <a:ext cx="4659083" cy="479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 i="0" kern="1200">
                <a:solidFill>
                  <a:srgbClr val="000F9F"/>
                </a:solidFill>
                <a:latin typeface="Trust Sans Bold" pitchFamily="2" charset="77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s-CR" sz="4400" spc="200" dirty="0">
                <a:latin typeface="Trust Sans Bold"/>
                <a:sym typeface="Helvetica"/>
              </a:rPr>
              <a:t>COORDINADOR DEL CURSO</a:t>
            </a:r>
          </a:p>
        </p:txBody>
      </p:sp>
    </p:spTree>
    <p:extLst>
      <p:ext uri="{BB962C8B-B14F-4D97-AF65-F5344CB8AC3E}">
        <p14:creationId xmlns:p14="http://schemas.microsoft.com/office/powerpoint/2010/main" val="1200630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>
            <a:extLst>
              <a:ext uri="{FF2B5EF4-FFF2-40B4-BE49-F238E27FC236}">
                <a16:creationId xmlns:a16="http://schemas.microsoft.com/office/drawing/2014/main" id="{9917DB74-FE7D-5CC7-E4ED-809DCF07FA63}"/>
              </a:ext>
            </a:extLst>
          </p:cNvPr>
          <p:cNvSpPr txBox="1"/>
          <p:nvPr/>
        </p:nvSpPr>
        <p:spPr>
          <a:xfrm>
            <a:off x="3754852" y="4447429"/>
            <a:ext cx="5233895" cy="110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>
            <a:lvl1pPr>
              <a:defRPr sz="4000" b="1" spc="200">
                <a:solidFill>
                  <a:srgbClr val="4A1371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 algn="ctr"/>
            <a:r>
              <a:rPr lang="en-US" sz="2400" dirty="0">
                <a:solidFill>
                  <a:srgbClr val="000F9F"/>
                </a:solidFill>
                <a:latin typeface="Trust Sans Bold"/>
              </a:rPr>
              <a:t>HANNIA RAMIREZ OBANDO</a:t>
            </a:r>
          </a:p>
          <a:p>
            <a:pPr algn="ctr"/>
            <a:r>
              <a:rPr lang="en-US" sz="2400" b="0" dirty="0">
                <a:solidFill>
                  <a:srgbClr val="000F9F"/>
                </a:solidFill>
                <a:latin typeface="Trust Sans Bold"/>
                <a:hlinkClick r:id="rId2"/>
              </a:rPr>
              <a:t>hramirez@ufidelitas.ac.cr</a:t>
            </a:r>
            <a:endParaRPr lang="en-US" sz="2400" b="0" dirty="0">
              <a:solidFill>
                <a:srgbClr val="000F9F"/>
              </a:solidFill>
              <a:latin typeface="Trust Sans Bold"/>
            </a:endParaRPr>
          </a:p>
          <a:p>
            <a:pPr algn="ctr"/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11" name="Título 6">
            <a:extLst>
              <a:ext uri="{FF2B5EF4-FFF2-40B4-BE49-F238E27FC236}">
                <a16:creationId xmlns:a16="http://schemas.microsoft.com/office/drawing/2014/main" id="{1FCCFC87-C358-D503-2C3A-CCFB4100C5C4}"/>
              </a:ext>
            </a:extLst>
          </p:cNvPr>
          <p:cNvSpPr txBox="1">
            <a:spLocks/>
          </p:cNvSpPr>
          <p:nvPr/>
        </p:nvSpPr>
        <p:spPr bwMode="auto">
          <a:xfrm>
            <a:off x="3938790" y="5943240"/>
            <a:ext cx="4659083" cy="479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 i="0" kern="1200">
                <a:solidFill>
                  <a:srgbClr val="000F9F"/>
                </a:solidFill>
                <a:latin typeface="Trust Sans Bold" pitchFamily="2" charset="77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s-CR" sz="4400" spc="200" dirty="0">
                <a:latin typeface="Trust Sans Bold"/>
                <a:sym typeface="Helvetica"/>
              </a:rPr>
              <a:t>SUBDIRECTORA ECONOMÍA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4A903B93-6214-7018-42B4-3720BDBBECB7}"/>
              </a:ext>
            </a:extLst>
          </p:cNvPr>
          <p:cNvSpPr/>
          <p:nvPr/>
        </p:nvSpPr>
        <p:spPr>
          <a:xfrm>
            <a:off x="4147966" y="381898"/>
            <a:ext cx="3738590" cy="3677716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9507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A93F2097-BC81-6FFD-F85A-3CF9A7C6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463" y="1093413"/>
            <a:ext cx="4420710" cy="1520719"/>
          </a:xfrm>
        </p:spPr>
        <p:txBody>
          <a:bodyPr/>
          <a:lstStyle/>
          <a:p>
            <a:r>
              <a:rPr lang="es-CR" dirty="0"/>
              <a:t>CORREOS</a:t>
            </a:r>
            <a:br>
              <a:rPr lang="es-CR" dirty="0"/>
            </a:br>
            <a:r>
              <a:rPr lang="es-CR" dirty="0"/>
              <a:t>IMPORTANTES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F10D0E6-48BA-F4F6-9A59-63C29EA6EF9B}"/>
              </a:ext>
            </a:extLst>
          </p:cNvPr>
          <p:cNvSpPr txBox="1"/>
          <p:nvPr/>
        </p:nvSpPr>
        <p:spPr>
          <a:xfrm>
            <a:off x="5406738" y="695728"/>
            <a:ext cx="4628575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sz="2400" b="1" dirty="0"/>
              <a:t>TCU: </a:t>
            </a:r>
          </a:p>
          <a:p>
            <a:endParaRPr lang="es-CR" sz="2400" b="1" dirty="0">
              <a:hlinkClick r:id="rId2"/>
            </a:endParaRPr>
          </a:p>
          <a:p>
            <a:r>
              <a:rPr lang="es-CR" sz="2400" b="1" dirty="0">
                <a:hlinkClick r:id="rId2"/>
              </a:rPr>
              <a:t>tcuadministracion@ufidelitas.ac.cr</a:t>
            </a:r>
            <a:endParaRPr lang="es-CR" sz="2400" b="1" dirty="0"/>
          </a:p>
          <a:p>
            <a:endParaRPr lang="es-CR" sz="2400" b="1" dirty="0"/>
          </a:p>
          <a:p>
            <a:r>
              <a:rPr lang="es-CR" sz="2400" b="1" dirty="0">
                <a:hlinkClick r:id="rId3"/>
              </a:rPr>
              <a:t>tcueconomia@ufidelitas.ac.cr</a:t>
            </a:r>
            <a:endParaRPr lang="es-CR" sz="2400" b="1" dirty="0"/>
          </a:p>
          <a:p>
            <a:endParaRPr lang="es-CR" sz="2400" b="1" dirty="0"/>
          </a:p>
          <a:p>
            <a:endParaRPr lang="es-CR" sz="2400" b="1" dirty="0"/>
          </a:p>
          <a:p>
            <a:endParaRPr lang="es-CR" sz="2400" b="1" dirty="0"/>
          </a:p>
          <a:p>
            <a:r>
              <a:rPr lang="es-CR" sz="2400" b="1" dirty="0"/>
              <a:t>TFG: </a:t>
            </a:r>
          </a:p>
          <a:p>
            <a:endParaRPr lang="es-CR" sz="2400" b="1" dirty="0">
              <a:hlinkClick r:id="rId4"/>
            </a:endParaRPr>
          </a:p>
          <a:p>
            <a:r>
              <a:rPr lang="es-CR" sz="2400" b="1" dirty="0">
                <a:hlinkClick r:id="rId4"/>
              </a:rPr>
              <a:t>tfgadministracion@ufidelitas.ac.cr</a:t>
            </a:r>
            <a:endParaRPr lang="es-CR" sz="2400" b="1" dirty="0"/>
          </a:p>
          <a:p>
            <a:endParaRPr lang="es-CR" sz="2400" b="1" dirty="0">
              <a:hlinkClick r:id="rId4"/>
            </a:endParaRPr>
          </a:p>
          <a:p>
            <a:r>
              <a:rPr lang="es-CR" sz="2400" b="1">
                <a:hlinkClick r:id="rId4"/>
              </a:rPr>
              <a:t>tfgeconomia</a:t>
            </a:r>
            <a:r>
              <a:rPr lang="es-CR" sz="2400" b="1" dirty="0">
                <a:hlinkClick r:id="rId4"/>
              </a:rPr>
              <a:t>@ufidelitas.ac.cr</a:t>
            </a:r>
            <a:endParaRPr lang="es-CR" sz="2400" b="1" dirty="0"/>
          </a:p>
          <a:p>
            <a:endParaRPr lang="es-CR" sz="2400" b="1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D22CAA7-A9AD-7A8D-892D-5B2553256C81}"/>
              </a:ext>
            </a:extLst>
          </p:cNvPr>
          <p:cNvSpPr/>
          <p:nvPr/>
        </p:nvSpPr>
        <p:spPr>
          <a:xfrm>
            <a:off x="1748110" y="2945362"/>
            <a:ext cx="2519917" cy="2358950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28B0766-22D1-0D31-7196-91243C8FE798}"/>
              </a:ext>
            </a:extLst>
          </p:cNvPr>
          <p:cNvSpPr txBox="1"/>
          <p:nvPr/>
        </p:nvSpPr>
        <p:spPr>
          <a:xfrm>
            <a:off x="1748110" y="5635542"/>
            <a:ext cx="3067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dirty="0"/>
              <a:t>ESCUELA ADMINISTRACIÓN DE</a:t>
            </a:r>
          </a:p>
          <a:p>
            <a:r>
              <a:rPr lang="es-CR" dirty="0"/>
              <a:t>NEGOCIOS Y ECONOMÍA</a:t>
            </a:r>
          </a:p>
        </p:txBody>
      </p:sp>
    </p:spTree>
    <p:extLst>
      <p:ext uri="{BB962C8B-B14F-4D97-AF65-F5344CB8AC3E}">
        <p14:creationId xmlns:p14="http://schemas.microsoft.com/office/powerpoint/2010/main" val="3200587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A943CBF-5E40-620C-F74D-5C17C8FFD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Espacio para conocernos</a:t>
            </a:r>
            <a:br>
              <a:rPr lang="es-CR" dirty="0"/>
            </a:br>
            <a:endParaRPr lang="es-C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39369A-3DB6-FBF8-947C-C3EE8E78C4B1}"/>
              </a:ext>
            </a:extLst>
          </p:cNvPr>
          <p:cNvSpPr txBox="1"/>
          <p:nvPr/>
        </p:nvSpPr>
        <p:spPr>
          <a:xfrm>
            <a:off x="1203758" y="2048256"/>
            <a:ext cx="897594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400" dirty="0"/>
              <a:t>Encender la cámara!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400" dirty="0"/>
              <a:t>Experiencia Laboral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400" dirty="0"/>
              <a:t>Expectativa del curso</a:t>
            </a:r>
          </a:p>
          <a:p>
            <a:endParaRPr lang="es-C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400" dirty="0"/>
              <a:t>Nivel que están en la carrera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400" dirty="0"/>
              <a:t>¿Cuáles cursos de matemática y estadística han llevado?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400" dirty="0"/>
              <a:t>¿Conocen sobre R o Python?</a:t>
            </a:r>
          </a:p>
          <a:p>
            <a:endParaRPr lang="es-CR" sz="2400" dirty="0"/>
          </a:p>
        </p:txBody>
      </p:sp>
    </p:spTree>
    <p:extLst>
      <p:ext uri="{BB962C8B-B14F-4D97-AF65-F5344CB8AC3E}">
        <p14:creationId xmlns:p14="http://schemas.microsoft.com/office/powerpoint/2010/main" val="4251660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13662-5A3B-271D-D953-6391BE9144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CR" dirty="0"/>
              <a:t>Revisar plan</a:t>
            </a:r>
          </a:p>
        </p:txBody>
      </p:sp>
    </p:spTree>
    <p:extLst>
      <p:ext uri="{BB962C8B-B14F-4D97-AF65-F5344CB8AC3E}">
        <p14:creationId xmlns:p14="http://schemas.microsoft.com/office/powerpoint/2010/main" val="115744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23ECF-C58A-CE73-3F53-B0857CC4B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43F661D-BD1E-90B3-FFA2-36FCDC09F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7604" y="2438400"/>
            <a:ext cx="7501612" cy="1097280"/>
          </a:xfrm>
        </p:spPr>
        <p:txBody>
          <a:bodyPr>
            <a:noAutofit/>
          </a:bodyPr>
          <a:lstStyle/>
          <a:p>
            <a:r>
              <a:rPr lang="es-CR" sz="4800" dirty="0"/>
              <a:t>Introducción a R</a:t>
            </a:r>
          </a:p>
        </p:txBody>
      </p:sp>
    </p:spTree>
    <p:extLst>
      <p:ext uri="{BB962C8B-B14F-4D97-AF65-F5344CB8AC3E}">
        <p14:creationId xmlns:p14="http://schemas.microsoft.com/office/powerpoint/2010/main" val="837206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C71495-8334-B5DD-0041-426ED2E37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 err="1"/>
              <a:t>Intro</a:t>
            </a:r>
            <a:r>
              <a:rPr lang="es-CR" dirty="0"/>
              <a:t> a 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30EF8-CB75-7288-4156-B854301662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067983"/>
            <a:ext cx="10336877" cy="3735410"/>
          </a:xfrm>
        </p:spPr>
        <p:txBody>
          <a:bodyPr/>
          <a:lstStyle/>
          <a:p>
            <a:r>
              <a:rPr lang="es-CR" dirty="0"/>
              <a:t>Es un lenguaje de programación, elaborado por dos profesores de la universidad Auckland (NZ)</a:t>
            </a:r>
          </a:p>
          <a:p>
            <a:endParaRPr lang="es-CR" dirty="0"/>
          </a:p>
          <a:p>
            <a:r>
              <a:rPr lang="es-CR" dirty="0"/>
              <a:t>Es un lenguaje de programación de licencia abierta y gratuito</a:t>
            </a:r>
          </a:p>
          <a:p>
            <a:endParaRPr lang="es-CR" dirty="0"/>
          </a:p>
          <a:p>
            <a:r>
              <a:rPr lang="es-CR" dirty="0"/>
              <a:t>Lenguaje orientado a objetos - </a:t>
            </a:r>
            <a:r>
              <a:rPr lang="es-ES" dirty="0"/>
              <a:t>se enfoca en los objetos que se buscan manipular, en lugar de centrarse en la lógica necesaria para esa manipulación.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219322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BB29C-F39E-99C7-7A47-D5C42D815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1066" y="41121"/>
            <a:ext cx="4420710" cy="568479"/>
          </a:xfrm>
        </p:spPr>
        <p:txBody>
          <a:bodyPr>
            <a:normAutofit fontScale="90000"/>
          </a:bodyPr>
          <a:lstStyle/>
          <a:p>
            <a:r>
              <a:rPr lang="es-CR" dirty="0"/>
              <a:t>Popularidad de 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84F0D1-0FB7-72B3-82A8-7013B2665BEF}"/>
              </a:ext>
            </a:extLst>
          </p:cNvPr>
          <p:cNvSpPr txBox="1"/>
          <p:nvPr/>
        </p:nvSpPr>
        <p:spPr>
          <a:xfrm>
            <a:off x="341376" y="6488668"/>
            <a:ext cx="4791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Fuente: https://pypl.github.io/PYPL.html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7AA6ED-137D-4C99-95B2-07544AF09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311" y="1209365"/>
            <a:ext cx="7011378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248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E1601C-3470-ED93-C829-8923CE9E3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¿Por qué aprender R?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92EBD9-6BFF-0EB9-B8A9-E9129A6EF3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067983"/>
            <a:ext cx="10336877" cy="3735410"/>
          </a:xfrm>
        </p:spPr>
        <p:txBody>
          <a:bodyPr/>
          <a:lstStyle/>
          <a:p>
            <a:r>
              <a:rPr lang="es-CR" dirty="0"/>
              <a:t>Es gratuito y de licencia abierta</a:t>
            </a:r>
          </a:p>
          <a:p>
            <a:endParaRPr lang="es-CR" dirty="0"/>
          </a:p>
          <a:p>
            <a:r>
              <a:rPr lang="es-CR" dirty="0"/>
              <a:t>Es un lenguaje diseñado principalmente para análisis estadístico</a:t>
            </a:r>
          </a:p>
          <a:p>
            <a:endParaRPr lang="es-CR" dirty="0"/>
          </a:p>
          <a:p>
            <a:r>
              <a:rPr lang="es-CR" dirty="0"/>
              <a:t>Se puede realizar análisis de distintas complejidades</a:t>
            </a:r>
          </a:p>
          <a:p>
            <a:endParaRPr lang="es-CR" dirty="0"/>
          </a:p>
          <a:p>
            <a:r>
              <a:rPr lang="es-CR" dirty="0"/>
              <a:t>Amplia librería para análisis estadístico</a:t>
            </a:r>
          </a:p>
        </p:txBody>
      </p:sp>
    </p:spTree>
    <p:extLst>
      <p:ext uri="{BB962C8B-B14F-4D97-AF65-F5344CB8AC3E}">
        <p14:creationId xmlns:p14="http://schemas.microsoft.com/office/powerpoint/2010/main" val="2320959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D71DA61-1749-C9E7-0EBC-7568010B35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R" dirty="0"/>
              <a:t>Configuración de R</a:t>
            </a:r>
          </a:p>
        </p:txBody>
      </p:sp>
    </p:spTree>
    <p:extLst>
      <p:ext uri="{BB962C8B-B14F-4D97-AF65-F5344CB8AC3E}">
        <p14:creationId xmlns:p14="http://schemas.microsoft.com/office/powerpoint/2010/main" val="1049753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8CFF1-376C-DFBD-A85F-2DF2DA13C7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R" dirty="0"/>
              <a:t>Ejercicio inicial</a:t>
            </a:r>
          </a:p>
        </p:txBody>
      </p:sp>
    </p:spTree>
    <p:extLst>
      <p:ext uri="{BB962C8B-B14F-4D97-AF65-F5344CB8AC3E}">
        <p14:creationId xmlns:p14="http://schemas.microsoft.com/office/powerpoint/2010/main" val="3451160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9E7730-F323-FFEC-9F85-25112815E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Ejercicio inicial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905E9C-945E-7E8B-C7ED-DD9E6D983C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067983"/>
            <a:ext cx="10336877" cy="3735410"/>
          </a:xfrm>
        </p:spPr>
        <p:txBody>
          <a:bodyPr>
            <a:normAutofit lnSpcReduction="10000"/>
          </a:bodyPr>
          <a:lstStyle/>
          <a:p>
            <a:r>
              <a:rPr lang="es-CR" dirty="0"/>
              <a:t>Utilice la función </a:t>
            </a:r>
            <a:r>
              <a:rPr lang="es-CR" dirty="0" err="1"/>
              <a:t>rnorm</a:t>
            </a:r>
            <a:r>
              <a:rPr lang="es-CR" dirty="0"/>
              <a:t> y genere una variable de 100 observaciones, con media 20 y desviación estándar 5, asígnelo a la variable x1</a:t>
            </a:r>
          </a:p>
          <a:p>
            <a:r>
              <a:rPr lang="es-CR" dirty="0" err="1"/>
              <a:t>Gráfiquela</a:t>
            </a:r>
            <a:r>
              <a:rPr lang="es-CR" dirty="0"/>
              <a:t> utilizando el comando </a:t>
            </a:r>
            <a:r>
              <a:rPr lang="es-CR" dirty="0" err="1"/>
              <a:t>hist</a:t>
            </a:r>
            <a:endParaRPr lang="es-CR" dirty="0"/>
          </a:p>
          <a:p>
            <a:endParaRPr lang="es-CR" dirty="0"/>
          </a:p>
          <a:p>
            <a:r>
              <a:rPr lang="es-CR" dirty="0"/>
              <a:t>Calcule otra variable y asígnelo al valor x2, 100 observaciones,  con media 20 y desviación estándar 100 y grafíquelo con el comando </a:t>
            </a:r>
            <a:r>
              <a:rPr lang="es-CR" dirty="0" err="1"/>
              <a:t>hist</a:t>
            </a:r>
            <a:endParaRPr lang="es-CR" dirty="0"/>
          </a:p>
          <a:p>
            <a:endParaRPr lang="es-CR" dirty="0"/>
          </a:p>
          <a:p>
            <a:r>
              <a:rPr lang="es-CR" dirty="0"/>
              <a:t>¿Qué pueden concluir de este análisis?</a:t>
            </a:r>
          </a:p>
          <a:p>
            <a:pPr marL="0" indent="0">
              <a:buNone/>
            </a:pP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807713815"/>
      </p:ext>
    </p:extLst>
  </p:cSld>
  <p:clrMapOvr>
    <a:masterClrMapping/>
  </p:clrMapOvr>
</p:sld>
</file>

<file path=ppt/theme/theme1.xml><?xml version="1.0" encoding="utf-8"?>
<a:theme xmlns:a="http://schemas.openxmlformats.org/drawingml/2006/main" name="Fidélitas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4579</TotalTime>
  <Words>357</Words>
  <Application>Microsoft Office PowerPoint</Application>
  <PresentationFormat>Widescreen</PresentationFormat>
  <Paragraphs>85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Trust Sans</vt:lpstr>
      <vt:lpstr>Trust Sans Black</vt:lpstr>
      <vt:lpstr>Trust Sans Bold</vt:lpstr>
      <vt:lpstr>Fidélitas </vt:lpstr>
      <vt:lpstr>Teoría Estadística y Métodos Cuantitativos </vt:lpstr>
      <vt:lpstr>Agenda</vt:lpstr>
      <vt:lpstr>Escuela Administración de Negocios y Economía</vt:lpstr>
      <vt:lpstr>PowerPoint Presentation</vt:lpstr>
      <vt:lpstr>PowerPoint Presentation</vt:lpstr>
      <vt:lpstr>PowerPoint Presentation</vt:lpstr>
      <vt:lpstr>CORREOS IMPORTANTES</vt:lpstr>
      <vt:lpstr>Espacio para conocernos </vt:lpstr>
      <vt:lpstr>Revisar plan</vt:lpstr>
      <vt:lpstr>Introducción a R</vt:lpstr>
      <vt:lpstr>Intro a R</vt:lpstr>
      <vt:lpstr>Popularidad de R</vt:lpstr>
      <vt:lpstr>¿Por qué aprender R?</vt:lpstr>
      <vt:lpstr>Configuración de R</vt:lpstr>
      <vt:lpstr>Ejercicio inicial</vt:lpstr>
      <vt:lpstr>Ejercicio inicial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Fiorella Chacón Morales</dc:creator>
  <cp:lastModifiedBy>Fabian Brenes</cp:lastModifiedBy>
  <cp:revision>22</cp:revision>
  <dcterms:created xsi:type="dcterms:W3CDTF">2023-02-23T21:29:48Z</dcterms:created>
  <dcterms:modified xsi:type="dcterms:W3CDTF">2026-05-16T00:06:13Z</dcterms:modified>
</cp:coreProperties>
</file>